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1"/>
  </p:sldMasterIdLst>
  <p:notesMasterIdLst>
    <p:notesMasterId r:id="rId25"/>
  </p:notesMasterIdLst>
  <p:handoutMasterIdLst>
    <p:handoutMasterId r:id="rId26"/>
  </p:handoutMasterIdLst>
  <p:sldIdLst>
    <p:sldId id="352" r:id="rId2"/>
    <p:sldId id="257" r:id="rId3"/>
    <p:sldId id="323" r:id="rId4"/>
    <p:sldId id="258" r:id="rId5"/>
    <p:sldId id="354" r:id="rId6"/>
    <p:sldId id="259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70" r:id="rId18"/>
    <p:sldId id="366" r:id="rId19"/>
    <p:sldId id="365" r:id="rId20"/>
    <p:sldId id="368" r:id="rId21"/>
    <p:sldId id="280" r:id="rId22"/>
    <p:sldId id="369" r:id="rId23"/>
    <p:sldId id="34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F8D0"/>
    <a:srgbClr val="BEF2AC"/>
    <a:srgbClr val="F86901"/>
    <a:srgbClr val="E6E7E8"/>
    <a:srgbClr val="E8E8E8"/>
    <a:srgbClr val="F76901"/>
    <a:srgbClr val="E56B2A"/>
    <a:srgbClr val="E5E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62"/>
    <p:restoredTop sz="93447" autoAdjust="0"/>
  </p:normalViewPr>
  <p:slideViewPr>
    <p:cSldViewPr snapToGrid="0">
      <p:cViewPr varScale="1">
        <p:scale>
          <a:sx n="63" d="100"/>
          <a:sy n="63" d="100"/>
        </p:scale>
        <p:origin x="1072" y="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3016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8E7F4E0-D482-F8C6-1D3C-112B627D63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56B58-F1C9-1A7A-7214-603261451A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4788F-520B-7444-87C8-DB226CB04D67}" type="datetime1">
              <a:rPr lang="en-US" smtClean="0"/>
              <a:t>20-Apr-26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F5E95-0A8C-7DE3-7008-F6F673A1DA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8AD1C-2CF9-6756-5383-89A22D1708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80B8D-8695-E64B-AEE4-6EA09F2A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3115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7BC8E-1E01-DA4B-8AF1-D059D507CB2C}" type="datetime1">
              <a:rPr lang="en-US" smtClean="0"/>
              <a:t>20-Apr-26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3E6101-A6E0-1448-85FD-13E9E7A43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7999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7F7BC8E-1E01-DA4B-8AF1-D059D507CB2C}" type="datetime1">
              <a:rPr lang="en-US" smtClean="0"/>
              <a:t>20-Apr-26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E6101-A6E0-1448-85FD-13E9E7A435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59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86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48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Diagonal Corner Rectangle 8">
            <a:extLst>
              <a:ext uri="{FF2B5EF4-FFF2-40B4-BE49-F238E27FC236}">
                <a16:creationId xmlns:a16="http://schemas.microsoft.com/office/drawing/2014/main" id="{2EAE84B6-74E1-6638-D835-05CF287C9807}"/>
              </a:ext>
            </a:extLst>
          </p:cNvPr>
          <p:cNvSpPr/>
          <p:nvPr userDrawn="1"/>
        </p:nvSpPr>
        <p:spPr>
          <a:xfrm rot="10800000" flipV="1">
            <a:off x="-2376708" y="4298854"/>
            <a:ext cx="4532699" cy="4582729"/>
          </a:xfrm>
          <a:custGeom>
            <a:avLst/>
            <a:gdLst>
              <a:gd name="connsiteX0" fmla="*/ 0 w 2664325"/>
              <a:gd name="connsiteY0" fmla="*/ 0 h 2641420"/>
              <a:gd name="connsiteX1" fmla="*/ 2224080 w 2664325"/>
              <a:gd name="connsiteY1" fmla="*/ 0 h 2641420"/>
              <a:gd name="connsiteX2" fmla="*/ 2664325 w 2664325"/>
              <a:gd name="connsiteY2" fmla="*/ 440245 h 2641420"/>
              <a:gd name="connsiteX3" fmla="*/ 2664325 w 2664325"/>
              <a:gd name="connsiteY3" fmla="*/ 2641420 h 2641420"/>
              <a:gd name="connsiteX4" fmla="*/ 2664325 w 2664325"/>
              <a:gd name="connsiteY4" fmla="*/ 2641420 h 2641420"/>
              <a:gd name="connsiteX5" fmla="*/ 440245 w 2664325"/>
              <a:gd name="connsiteY5" fmla="*/ 2641420 h 2641420"/>
              <a:gd name="connsiteX6" fmla="*/ 0 w 2664325"/>
              <a:gd name="connsiteY6" fmla="*/ 2201175 h 2641420"/>
              <a:gd name="connsiteX7" fmla="*/ 0 w 2664325"/>
              <a:gd name="connsiteY7" fmla="*/ 0 h 2641420"/>
              <a:gd name="connsiteX0" fmla="*/ 27430 w 2691755"/>
              <a:gd name="connsiteY0" fmla="*/ 0 h 2641420"/>
              <a:gd name="connsiteX1" fmla="*/ 2251510 w 2691755"/>
              <a:gd name="connsiteY1" fmla="*/ 0 h 2641420"/>
              <a:gd name="connsiteX2" fmla="*/ 2691755 w 2691755"/>
              <a:gd name="connsiteY2" fmla="*/ 440245 h 2641420"/>
              <a:gd name="connsiteX3" fmla="*/ 2691755 w 2691755"/>
              <a:gd name="connsiteY3" fmla="*/ 2641420 h 2641420"/>
              <a:gd name="connsiteX4" fmla="*/ 2691755 w 2691755"/>
              <a:gd name="connsiteY4" fmla="*/ 2641420 h 2641420"/>
              <a:gd name="connsiteX5" fmla="*/ 467675 w 2691755"/>
              <a:gd name="connsiteY5" fmla="*/ 2641420 h 2641420"/>
              <a:gd name="connsiteX6" fmla="*/ 0 w 2691755"/>
              <a:gd name="connsiteY6" fmla="*/ 1049031 h 2641420"/>
              <a:gd name="connsiteX7" fmla="*/ 27430 w 2691755"/>
              <a:gd name="connsiteY7" fmla="*/ 0 h 2641420"/>
              <a:gd name="connsiteX0" fmla="*/ 27430 w 2691755"/>
              <a:gd name="connsiteY0" fmla="*/ 0 h 2641420"/>
              <a:gd name="connsiteX1" fmla="*/ 2251510 w 2691755"/>
              <a:gd name="connsiteY1" fmla="*/ 0 h 2641420"/>
              <a:gd name="connsiteX2" fmla="*/ 2691755 w 2691755"/>
              <a:gd name="connsiteY2" fmla="*/ 440245 h 2641420"/>
              <a:gd name="connsiteX3" fmla="*/ 2691755 w 2691755"/>
              <a:gd name="connsiteY3" fmla="*/ 2641420 h 2641420"/>
              <a:gd name="connsiteX4" fmla="*/ 2691755 w 2691755"/>
              <a:gd name="connsiteY4" fmla="*/ 2641420 h 2641420"/>
              <a:gd name="connsiteX5" fmla="*/ 1537526 w 2691755"/>
              <a:gd name="connsiteY5" fmla="*/ 2623132 h 2641420"/>
              <a:gd name="connsiteX6" fmla="*/ 0 w 2691755"/>
              <a:gd name="connsiteY6" fmla="*/ 1049031 h 2641420"/>
              <a:gd name="connsiteX7" fmla="*/ 27430 w 2691755"/>
              <a:gd name="connsiteY7" fmla="*/ 0 h 2641420"/>
              <a:gd name="connsiteX0" fmla="*/ 27430 w 2691755"/>
              <a:gd name="connsiteY0" fmla="*/ 0 h 2650564"/>
              <a:gd name="connsiteX1" fmla="*/ 2251510 w 2691755"/>
              <a:gd name="connsiteY1" fmla="*/ 0 h 2650564"/>
              <a:gd name="connsiteX2" fmla="*/ 2691755 w 2691755"/>
              <a:gd name="connsiteY2" fmla="*/ 440245 h 2650564"/>
              <a:gd name="connsiteX3" fmla="*/ 2691755 w 2691755"/>
              <a:gd name="connsiteY3" fmla="*/ 2641420 h 2650564"/>
              <a:gd name="connsiteX4" fmla="*/ 2691755 w 2691755"/>
              <a:gd name="connsiteY4" fmla="*/ 2641420 h 2650564"/>
              <a:gd name="connsiteX5" fmla="*/ 1564960 w 2691755"/>
              <a:gd name="connsiteY5" fmla="*/ 2650564 h 2650564"/>
              <a:gd name="connsiteX6" fmla="*/ 0 w 2691755"/>
              <a:gd name="connsiteY6" fmla="*/ 1049031 h 2650564"/>
              <a:gd name="connsiteX7" fmla="*/ 27430 w 2691755"/>
              <a:gd name="connsiteY7" fmla="*/ 0 h 2650564"/>
              <a:gd name="connsiteX0" fmla="*/ 27430 w 2691755"/>
              <a:gd name="connsiteY0" fmla="*/ 0 h 2641420"/>
              <a:gd name="connsiteX1" fmla="*/ 2251510 w 2691755"/>
              <a:gd name="connsiteY1" fmla="*/ 0 h 2641420"/>
              <a:gd name="connsiteX2" fmla="*/ 2691755 w 2691755"/>
              <a:gd name="connsiteY2" fmla="*/ 440245 h 2641420"/>
              <a:gd name="connsiteX3" fmla="*/ 2691755 w 2691755"/>
              <a:gd name="connsiteY3" fmla="*/ 2641420 h 2641420"/>
              <a:gd name="connsiteX4" fmla="*/ 2691755 w 2691755"/>
              <a:gd name="connsiteY4" fmla="*/ 2641420 h 2641420"/>
              <a:gd name="connsiteX5" fmla="*/ 1555818 w 2691755"/>
              <a:gd name="connsiteY5" fmla="*/ 2623132 h 2641420"/>
              <a:gd name="connsiteX6" fmla="*/ 0 w 2691755"/>
              <a:gd name="connsiteY6" fmla="*/ 1049031 h 2641420"/>
              <a:gd name="connsiteX7" fmla="*/ 27430 w 2691755"/>
              <a:gd name="connsiteY7" fmla="*/ 0 h 2641420"/>
              <a:gd name="connsiteX0" fmla="*/ 27430 w 2691755"/>
              <a:gd name="connsiteY0" fmla="*/ 9145 h 2650565"/>
              <a:gd name="connsiteX1" fmla="*/ 1135945 w 2691755"/>
              <a:gd name="connsiteY1" fmla="*/ 0 h 2650565"/>
              <a:gd name="connsiteX2" fmla="*/ 2691755 w 2691755"/>
              <a:gd name="connsiteY2" fmla="*/ 449390 h 2650565"/>
              <a:gd name="connsiteX3" fmla="*/ 2691755 w 2691755"/>
              <a:gd name="connsiteY3" fmla="*/ 2650565 h 2650565"/>
              <a:gd name="connsiteX4" fmla="*/ 2691755 w 2691755"/>
              <a:gd name="connsiteY4" fmla="*/ 2650565 h 2650565"/>
              <a:gd name="connsiteX5" fmla="*/ 1555818 w 2691755"/>
              <a:gd name="connsiteY5" fmla="*/ 2632277 h 2650565"/>
              <a:gd name="connsiteX6" fmla="*/ 0 w 2691755"/>
              <a:gd name="connsiteY6" fmla="*/ 1058176 h 2650565"/>
              <a:gd name="connsiteX7" fmla="*/ 27430 w 2691755"/>
              <a:gd name="connsiteY7" fmla="*/ 9145 h 2650565"/>
              <a:gd name="connsiteX0" fmla="*/ 27430 w 2700899"/>
              <a:gd name="connsiteY0" fmla="*/ 9145 h 2650565"/>
              <a:gd name="connsiteX1" fmla="*/ 1135945 w 2700899"/>
              <a:gd name="connsiteY1" fmla="*/ 0 h 2650565"/>
              <a:gd name="connsiteX2" fmla="*/ 2700899 w 2700899"/>
              <a:gd name="connsiteY2" fmla="*/ 1583246 h 2650565"/>
              <a:gd name="connsiteX3" fmla="*/ 2691755 w 2700899"/>
              <a:gd name="connsiteY3" fmla="*/ 2650565 h 2650565"/>
              <a:gd name="connsiteX4" fmla="*/ 2691755 w 2700899"/>
              <a:gd name="connsiteY4" fmla="*/ 2650565 h 2650565"/>
              <a:gd name="connsiteX5" fmla="*/ 1555818 w 2700899"/>
              <a:gd name="connsiteY5" fmla="*/ 2632277 h 2650565"/>
              <a:gd name="connsiteX6" fmla="*/ 0 w 2700899"/>
              <a:gd name="connsiteY6" fmla="*/ 1058176 h 2650565"/>
              <a:gd name="connsiteX7" fmla="*/ 27430 w 2700899"/>
              <a:gd name="connsiteY7" fmla="*/ 9145 h 2650565"/>
              <a:gd name="connsiteX0" fmla="*/ 27430 w 2700899"/>
              <a:gd name="connsiteY0" fmla="*/ 9145 h 2650565"/>
              <a:gd name="connsiteX1" fmla="*/ 1135945 w 2700899"/>
              <a:gd name="connsiteY1" fmla="*/ 0 h 2650565"/>
              <a:gd name="connsiteX2" fmla="*/ 2700899 w 2700899"/>
              <a:gd name="connsiteY2" fmla="*/ 1583246 h 2650565"/>
              <a:gd name="connsiteX3" fmla="*/ 2691755 w 2700899"/>
              <a:gd name="connsiteY3" fmla="*/ 2650565 h 2650565"/>
              <a:gd name="connsiteX4" fmla="*/ 2691755 w 2700899"/>
              <a:gd name="connsiteY4" fmla="*/ 2650565 h 2650565"/>
              <a:gd name="connsiteX5" fmla="*/ 1610682 w 2700899"/>
              <a:gd name="connsiteY5" fmla="*/ 2641421 h 2650565"/>
              <a:gd name="connsiteX6" fmla="*/ 0 w 2700899"/>
              <a:gd name="connsiteY6" fmla="*/ 1058176 h 2650565"/>
              <a:gd name="connsiteX7" fmla="*/ 27430 w 2700899"/>
              <a:gd name="connsiteY7" fmla="*/ 9145 h 2650565"/>
              <a:gd name="connsiteX0" fmla="*/ 27430 w 2700899"/>
              <a:gd name="connsiteY0" fmla="*/ 9145 h 2668853"/>
              <a:gd name="connsiteX1" fmla="*/ 1135945 w 2700899"/>
              <a:gd name="connsiteY1" fmla="*/ 0 h 2668853"/>
              <a:gd name="connsiteX2" fmla="*/ 2700899 w 2700899"/>
              <a:gd name="connsiteY2" fmla="*/ 1583246 h 2668853"/>
              <a:gd name="connsiteX3" fmla="*/ 2691755 w 2700899"/>
              <a:gd name="connsiteY3" fmla="*/ 2650565 h 2668853"/>
              <a:gd name="connsiteX4" fmla="*/ 2691755 w 2700899"/>
              <a:gd name="connsiteY4" fmla="*/ 2650565 h 2668853"/>
              <a:gd name="connsiteX5" fmla="*/ 1574106 w 2700899"/>
              <a:gd name="connsiteY5" fmla="*/ 2668853 h 2668853"/>
              <a:gd name="connsiteX6" fmla="*/ 0 w 2700899"/>
              <a:gd name="connsiteY6" fmla="*/ 1058176 h 2668853"/>
              <a:gd name="connsiteX7" fmla="*/ 27430 w 2700899"/>
              <a:gd name="connsiteY7" fmla="*/ 9145 h 2668853"/>
              <a:gd name="connsiteX0" fmla="*/ 27430 w 2700899"/>
              <a:gd name="connsiteY0" fmla="*/ 9145 h 2650565"/>
              <a:gd name="connsiteX1" fmla="*/ 1135945 w 2700899"/>
              <a:gd name="connsiteY1" fmla="*/ 0 h 2650565"/>
              <a:gd name="connsiteX2" fmla="*/ 2700899 w 2700899"/>
              <a:gd name="connsiteY2" fmla="*/ 1583246 h 2650565"/>
              <a:gd name="connsiteX3" fmla="*/ 2691755 w 2700899"/>
              <a:gd name="connsiteY3" fmla="*/ 2650565 h 2650565"/>
              <a:gd name="connsiteX4" fmla="*/ 2691755 w 2700899"/>
              <a:gd name="connsiteY4" fmla="*/ 2650565 h 2650565"/>
              <a:gd name="connsiteX5" fmla="*/ 1592394 w 2700899"/>
              <a:gd name="connsiteY5" fmla="*/ 2650565 h 2650565"/>
              <a:gd name="connsiteX6" fmla="*/ 0 w 2700899"/>
              <a:gd name="connsiteY6" fmla="*/ 1058176 h 2650565"/>
              <a:gd name="connsiteX7" fmla="*/ 27430 w 2700899"/>
              <a:gd name="connsiteY7" fmla="*/ 9145 h 2650565"/>
              <a:gd name="connsiteX0" fmla="*/ 0 w 2673469"/>
              <a:gd name="connsiteY0" fmla="*/ 9145 h 2650565"/>
              <a:gd name="connsiteX1" fmla="*/ 1108515 w 2673469"/>
              <a:gd name="connsiteY1" fmla="*/ 0 h 2650565"/>
              <a:gd name="connsiteX2" fmla="*/ 2673469 w 2673469"/>
              <a:gd name="connsiteY2" fmla="*/ 1583246 h 2650565"/>
              <a:gd name="connsiteX3" fmla="*/ 2664325 w 2673469"/>
              <a:gd name="connsiteY3" fmla="*/ 2650565 h 2650565"/>
              <a:gd name="connsiteX4" fmla="*/ 2664325 w 2673469"/>
              <a:gd name="connsiteY4" fmla="*/ 2650565 h 2650565"/>
              <a:gd name="connsiteX5" fmla="*/ 1564964 w 2673469"/>
              <a:gd name="connsiteY5" fmla="*/ 2650565 h 2650565"/>
              <a:gd name="connsiteX6" fmla="*/ 9146 w 2673469"/>
              <a:gd name="connsiteY6" fmla="*/ 1094752 h 2650565"/>
              <a:gd name="connsiteX7" fmla="*/ 0 w 2673469"/>
              <a:gd name="connsiteY7" fmla="*/ 9145 h 2650565"/>
              <a:gd name="connsiteX0" fmla="*/ 9547 w 2683016"/>
              <a:gd name="connsiteY0" fmla="*/ 9145 h 2650565"/>
              <a:gd name="connsiteX1" fmla="*/ 1118062 w 2683016"/>
              <a:gd name="connsiteY1" fmla="*/ 0 h 2650565"/>
              <a:gd name="connsiteX2" fmla="*/ 2683016 w 2683016"/>
              <a:gd name="connsiteY2" fmla="*/ 1583246 h 2650565"/>
              <a:gd name="connsiteX3" fmla="*/ 2673872 w 2683016"/>
              <a:gd name="connsiteY3" fmla="*/ 2650565 h 2650565"/>
              <a:gd name="connsiteX4" fmla="*/ 2673872 w 2683016"/>
              <a:gd name="connsiteY4" fmla="*/ 2650565 h 2650565"/>
              <a:gd name="connsiteX5" fmla="*/ 1574511 w 2683016"/>
              <a:gd name="connsiteY5" fmla="*/ 2650565 h 2650565"/>
              <a:gd name="connsiteX6" fmla="*/ 405 w 2683016"/>
              <a:gd name="connsiteY6" fmla="*/ 1067320 h 2650565"/>
              <a:gd name="connsiteX7" fmla="*/ 9547 w 2683016"/>
              <a:gd name="connsiteY7" fmla="*/ 9145 h 2650565"/>
              <a:gd name="connsiteX0" fmla="*/ 9547 w 2683016"/>
              <a:gd name="connsiteY0" fmla="*/ 18290 h 2659710"/>
              <a:gd name="connsiteX1" fmla="*/ 1127209 w 2683016"/>
              <a:gd name="connsiteY1" fmla="*/ 0 h 2659710"/>
              <a:gd name="connsiteX2" fmla="*/ 2683016 w 2683016"/>
              <a:gd name="connsiteY2" fmla="*/ 1592391 h 2659710"/>
              <a:gd name="connsiteX3" fmla="*/ 2673872 w 2683016"/>
              <a:gd name="connsiteY3" fmla="*/ 2659710 h 2659710"/>
              <a:gd name="connsiteX4" fmla="*/ 2673872 w 2683016"/>
              <a:gd name="connsiteY4" fmla="*/ 2659710 h 2659710"/>
              <a:gd name="connsiteX5" fmla="*/ 1574511 w 2683016"/>
              <a:gd name="connsiteY5" fmla="*/ 2659710 h 2659710"/>
              <a:gd name="connsiteX6" fmla="*/ 405 w 2683016"/>
              <a:gd name="connsiteY6" fmla="*/ 1076465 h 2659710"/>
              <a:gd name="connsiteX7" fmla="*/ 9547 w 2683016"/>
              <a:gd name="connsiteY7" fmla="*/ 18290 h 2659710"/>
              <a:gd name="connsiteX0" fmla="*/ 9547 w 2683016"/>
              <a:gd name="connsiteY0" fmla="*/ 0 h 2641420"/>
              <a:gd name="connsiteX1" fmla="*/ 1136353 w 2683016"/>
              <a:gd name="connsiteY1" fmla="*/ 18286 h 2641420"/>
              <a:gd name="connsiteX2" fmla="*/ 2683016 w 2683016"/>
              <a:gd name="connsiteY2" fmla="*/ 1574101 h 2641420"/>
              <a:gd name="connsiteX3" fmla="*/ 2673872 w 2683016"/>
              <a:gd name="connsiteY3" fmla="*/ 2641420 h 2641420"/>
              <a:gd name="connsiteX4" fmla="*/ 2673872 w 2683016"/>
              <a:gd name="connsiteY4" fmla="*/ 2641420 h 2641420"/>
              <a:gd name="connsiteX5" fmla="*/ 1574511 w 2683016"/>
              <a:gd name="connsiteY5" fmla="*/ 2641420 h 2641420"/>
              <a:gd name="connsiteX6" fmla="*/ 405 w 2683016"/>
              <a:gd name="connsiteY6" fmla="*/ 1058175 h 2641420"/>
              <a:gd name="connsiteX7" fmla="*/ 9547 w 2683016"/>
              <a:gd name="connsiteY7" fmla="*/ 0 h 2641420"/>
              <a:gd name="connsiteX0" fmla="*/ 9547 w 2683016"/>
              <a:gd name="connsiteY0" fmla="*/ 9146 h 2650566"/>
              <a:gd name="connsiteX1" fmla="*/ 1154641 w 2683016"/>
              <a:gd name="connsiteY1" fmla="*/ 0 h 2650566"/>
              <a:gd name="connsiteX2" fmla="*/ 2683016 w 2683016"/>
              <a:gd name="connsiteY2" fmla="*/ 1583247 h 2650566"/>
              <a:gd name="connsiteX3" fmla="*/ 2673872 w 2683016"/>
              <a:gd name="connsiteY3" fmla="*/ 2650566 h 2650566"/>
              <a:gd name="connsiteX4" fmla="*/ 2673872 w 2683016"/>
              <a:gd name="connsiteY4" fmla="*/ 2650566 h 2650566"/>
              <a:gd name="connsiteX5" fmla="*/ 1574511 w 2683016"/>
              <a:gd name="connsiteY5" fmla="*/ 2650566 h 2650566"/>
              <a:gd name="connsiteX6" fmla="*/ 405 w 2683016"/>
              <a:gd name="connsiteY6" fmla="*/ 1067321 h 2650566"/>
              <a:gd name="connsiteX7" fmla="*/ 9547 w 2683016"/>
              <a:gd name="connsiteY7" fmla="*/ 9146 h 2650566"/>
              <a:gd name="connsiteX0" fmla="*/ 9547 w 2673872"/>
              <a:gd name="connsiteY0" fmla="*/ 9146 h 2650566"/>
              <a:gd name="connsiteX1" fmla="*/ 1154641 w 2673872"/>
              <a:gd name="connsiteY1" fmla="*/ 0 h 2650566"/>
              <a:gd name="connsiteX2" fmla="*/ 2664728 w 2673872"/>
              <a:gd name="connsiteY2" fmla="*/ 1555815 h 2650566"/>
              <a:gd name="connsiteX3" fmla="*/ 2673872 w 2673872"/>
              <a:gd name="connsiteY3" fmla="*/ 2650566 h 2650566"/>
              <a:gd name="connsiteX4" fmla="*/ 2673872 w 2673872"/>
              <a:gd name="connsiteY4" fmla="*/ 2650566 h 2650566"/>
              <a:gd name="connsiteX5" fmla="*/ 1574511 w 2673872"/>
              <a:gd name="connsiteY5" fmla="*/ 2650566 h 2650566"/>
              <a:gd name="connsiteX6" fmla="*/ 405 w 2673872"/>
              <a:gd name="connsiteY6" fmla="*/ 1067321 h 2650566"/>
              <a:gd name="connsiteX7" fmla="*/ 9547 w 2673872"/>
              <a:gd name="connsiteY7" fmla="*/ 9146 h 2650566"/>
              <a:gd name="connsiteX0" fmla="*/ 9547 w 2692160"/>
              <a:gd name="connsiteY0" fmla="*/ 9146 h 2650566"/>
              <a:gd name="connsiteX1" fmla="*/ 1154641 w 2692160"/>
              <a:gd name="connsiteY1" fmla="*/ 0 h 2650566"/>
              <a:gd name="connsiteX2" fmla="*/ 2692160 w 2692160"/>
              <a:gd name="connsiteY2" fmla="*/ 1601535 h 2650566"/>
              <a:gd name="connsiteX3" fmla="*/ 2673872 w 2692160"/>
              <a:gd name="connsiteY3" fmla="*/ 2650566 h 2650566"/>
              <a:gd name="connsiteX4" fmla="*/ 2673872 w 2692160"/>
              <a:gd name="connsiteY4" fmla="*/ 2650566 h 2650566"/>
              <a:gd name="connsiteX5" fmla="*/ 1574511 w 2692160"/>
              <a:gd name="connsiteY5" fmla="*/ 2650566 h 2650566"/>
              <a:gd name="connsiteX6" fmla="*/ 405 w 2692160"/>
              <a:gd name="connsiteY6" fmla="*/ 1067321 h 2650566"/>
              <a:gd name="connsiteX7" fmla="*/ 9547 w 2692160"/>
              <a:gd name="connsiteY7" fmla="*/ 9146 h 2650566"/>
              <a:gd name="connsiteX0" fmla="*/ 9547 w 2673872"/>
              <a:gd name="connsiteY0" fmla="*/ 9146 h 2650566"/>
              <a:gd name="connsiteX1" fmla="*/ 1154641 w 2673872"/>
              <a:gd name="connsiteY1" fmla="*/ 0 h 2650566"/>
              <a:gd name="connsiteX2" fmla="*/ 2673872 w 2673872"/>
              <a:gd name="connsiteY2" fmla="*/ 1583247 h 2650566"/>
              <a:gd name="connsiteX3" fmla="*/ 2673872 w 2673872"/>
              <a:gd name="connsiteY3" fmla="*/ 2650566 h 2650566"/>
              <a:gd name="connsiteX4" fmla="*/ 2673872 w 2673872"/>
              <a:gd name="connsiteY4" fmla="*/ 2650566 h 2650566"/>
              <a:gd name="connsiteX5" fmla="*/ 1574511 w 2673872"/>
              <a:gd name="connsiteY5" fmla="*/ 2650566 h 2650566"/>
              <a:gd name="connsiteX6" fmla="*/ 405 w 2673872"/>
              <a:gd name="connsiteY6" fmla="*/ 1067321 h 2650566"/>
              <a:gd name="connsiteX7" fmla="*/ 9547 w 2673872"/>
              <a:gd name="connsiteY7" fmla="*/ 9146 h 2650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3872" h="2650566">
                <a:moveTo>
                  <a:pt x="9547" y="9146"/>
                </a:moveTo>
                <a:lnTo>
                  <a:pt x="1154641" y="0"/>
                </a:lnTo>
                <a:lnTo>
                  <a:pt x="2673872" y="1583247"/>
                </a:lnTo>
                <a:lnTo>
                  <a:pt x="2673872" y="2650566"/>
                </a:lnTo>
                <a:lnTo>
                  <a:pt x="2673872" y="2650566"/>
                </a:lnTo>
                <a:lnTo>
                  <a:pt x="1574511" y="2650566"/>
                </a:lnTo>
                <a:lnTo>
                  <a:pt x="405" y="1067321"/>
                </a:lnTo>
                <a:cubicBezTo>
                  <a:pt x="-2644" y="705452"/>
                  <a:pt x="12596" y="371015"/>
                  <a:pt x="9547" y="9146"/>
                </a:cubicBezTo>
                <a:close/>
              </a:path>
            </a:pathLst>
          </a:custGeom>
          <a:solidFill>
            <a:srgbClr val="F769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28716BB4-2782-CA48-8E27-8835A1E2B6DB}"/>
              </a:ext>
            </a:extLst>
          </p:cNvPr>
          <p:cNvSpPr/>
          <p:nvPr userDrawn="1"/>
        </p:nvSpPr>
        <p:spPr>
          <a:xfrm>
            <a:off x="6177280" y="0"/>
            <a:ext cx="6014720" cy="6858000"/>
          </a:xfrm>
          <a:prstGeom prst="flowChartProcess">
            <a:avLst/>
          </a:prstGeom>
          <a:solidFill>
            <a:srgbClr val="FC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FD9D4D-26CF-1B40-9449-C3AAAE20A4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49635" y="4415481"/>
            <a:ext cx="5421167" cy="30777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E225A074-EFE6-D641-B858-30CD052255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5532754"/>
            <a:ext cx="12192000" cy="1346199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0388744-69EF-D44B-97D2-6D2F60890F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49635" y="4927101"/>
            <a:ext cx="5421167" cy="338554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lvl1pPr marL="0" indent="0">
              <a:buNone/>
              <a:defRPr sz="2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075D6DC-3071-304F-BE8D-FC99BB1B67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959" y="145901"/>
            <a:ext cx="601912" cy="2299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493E03-3785-784E-A62B-FA5A8D7C3B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8962" y="1081535"/>
            <a:ext cx="5230953" cy="2585323"/>
          </a:xfrm>
          <a:prstGeom prst="rect">
            <a:avLst/>
          </a:prstGeom>
        </p:spPr>
        <p:txBody>
          <a:bodyPr/>
          <a:lstStyle>
            <a:lvl1pPr algn="l">
              <a:defRPr sz="6000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Presentation Title</a:t>
            </a:r>
          </a:p>
        </p:txBody>
      </p:sp>
      <p:sp>
        <p:nvSpPr>
          <p:cNvPr id="4" name="Snip Diagonal Corner Rectangle 8">
            <a:extLst>
              <a:ext uri="{FF2B5EF4-FFF2-40B4-BE49-F238E27FC236}">
                <a16:creationId xmlns:a16="http://schemas.microsoft.com/office/drawing/2014/main" id="{A6F91A1D-29A3-AEC7-AD50-1B5A74BF954C}"/>
              </a:ext>
            </a:extLst>
          </p:cNvPr>
          <p:cNvSpPr/>
          <p:nvPr userDrawn="1"/>
        </p:nvSpPr>
        <p:spPr>
          <a:xfrm rot="10800000" flipV="1">
            <a:off x="-533117" y="4839326"/>
            <a:ext cx="3463554" cy="3501783"/>
          </a:xfrm>
          <a:custGeom>
            <a:avLst/>
            <a:gdLst>
              <a:gd name="connsiteX0" fmla="*/ 0 w 2664325"/>
              <a:gd name="connsiteY0" fmla="*/ 0 h 2641420"/>
              <a:gd name="connsiteX1" fmla="*/ 2224080 w 2664325"/>
              <a:gd name="connsiteY1" fmla="*/ 0 h 2641420"/>
              <a:gd name="connsiteX2" fmla="*/ 2664325 w 2664325"/>
              <a:gd name="connsiteY2" fmla="*/ 440245 h 2641420"/>
              <a:gd name="connsiteX3" fmla="*/ 2664325 w 2664325"/>
              <a:gd name="connsiteY3" fmla="*/ 2641420 h 2641420"/>
              <a:gd name="connsiteX4" fmla="*/ 2664325 w 2664325"/>
              <a:gd name="connsiteY4" fmla="*/ 2641420 h 2641420"/>
              <a:gd name="connsiteX5" fmla="*/ 440245 w 2664325"/>
              <a:gd name="connsiteY5" fmla="*/ 2641420 h 2641420"/>
              <a:gd name="connsiteX6" fmla="*/ 0 w 2664325"/>
              <a:gd name="connsiteY6" fmla="*/ 2201175 h 2641420"/>
              <a:gd name="connsiteX7" fmla="*/ 0 w 2664325"/>
              <a:gd name="connsiteY7" fmla="*/ 0 h 2641420"/>
              <a:gd name="connsiteX0" fmla="*/ 27430 w 2691755"/>
              <a:gd name="connsiteY0" fmla="*/ 0 h 2641420"/>
              <a:gd name="connsiteX1" fmla="*/ 2251510 w 2691755"/>
              <a:gd name="connsiteY1" fmla="*/ 0 h 2641420"/>
              <a:gd name="connsiteX2" fmla="*/ 2691755 w 2691755"/>
              <a:gd name="connsiteY2" fmla="*/ 440245 h 2641420"/>
              <a:gd name="connsiteX3" fmla="*/ 2691755 w 2691755"/>
              <a:gd name="connsiteY3" fmla="*/ 2641420 h 2641420"/>
              <a:gd name="connsiteX4" fmla="*/ 2691755 w 2691755"/>
              <a:gd name="connsiteY4" fmla="*/ 2641420 h 2641420"/>
              <a:gd name="connsiteX5" fmla="*/ 467675 w 2691755"/>
              <a:gd name="connsiteY5" fmla="*/ 2641420 h 2641420"/>
              <a:gd name="connsiteX6" fmla="*/ 0 w 2691755"/>
              <a:gd name="connsiteY6" fmla="*/ 1049031 h 2641420"/>
              <a:gd name="connsiteX7" fmla="*/ 27430 w 2691755"/>
              <a:gd name="connsiteY7" fmla="*/ 0 h 2641420"/>
              <a:gd name="connsiteX0" fmla="*/ 27430 w 2691755"/>
              <a:gd name="connsiteY0" fmla="*/ 0 h 2641420"/>
              <a:gd name="connsiteX1" fmla="*/ 2251510 w 2691755"/>
              <a:gd name="connsiteY1" fmla="*/ 0 h 2641420"/>
              <a:gd name="connsiteX2" fmla="*/ 2691755 w 2691755"/>
              <a:gd name="connsiteY2" fmla="*/ 440245 h 2641420"/>
              <a:gd name="connsiteX3" fmla="*/ 2691755 w 2691755"/>
              <a:gd name="connsiteY3" fmla="*/ 2641420 h 2641420"/>
              <a:gd name="connsiteX4" fmla="*/ 2691755 w 2691755"/>
              <a:gd name="connsiteY4" fmla="*/ 2641420 h 2641420"/>
              <a:gd name="connsiteX5" fmla="*/ 1537526 w 2691755"/>
              <a:gd name="connsiteY5" fmla="*/ 2623132 h 2641420"/>
              <a:gd name="connsiteX6" fmla="*/ 0 w 2691755"/>
              <a:gd name="connsiteY6" fmla="*/ 1049031 h 2641420"/>
              <a:gd name="connsiteX7" fmla="*/ 27430 w 2691755"/>
              <a:gd name="connsiteY7" fmla="*/ 0 h 2641420"/>
              <a:gd name="connsiteX0" fmla="*/ 27430 w 2691755"/>
              <a:gd name="connsiteY0" fmla="*/ 0 h 2650564"/>
              <a:gd name="connsiteX1" fmla="*/ 2251510 w 2691755"/>
              <a:gd name="connsiteY1" fmla="*/ 0 h 2650564"/>
              <a:gd name="connsiteX2" fmla="*/ 2691755 w 2691755"/>
              <a:gd name="connsiteY2" fmla="*/ 440245 h 2650564"/>
              <a:gd name="connsiteX3" fmla="*/ 2691755 w 2691755"/>
              <a:gd name="connsiteY3" fmla="*/ 2641420 h 2650564"/>
              <a:gd name="connsiteX4" fmla="*/ 2691755 w 2691755"/>
              <a:gd name="connsiteY4" fmla="*/ 2641420 h 2650564"/>
              <a:gd name="connsiteX5" fmla="*/ 1564960 w 2691755"/>
              <a:gd name="connsiteY5" fmla="*/ 2650564 h 2650564"/>
              <a:gd name="connsiteX6" fmla="*/ 0 w 2691755"/>
              <a:gd name="connsiteY6" fmla="*/ 1049031 h 2650564"/>
              <a:gd name="connsiteX7" fmla="*/ 27430 w 2691755"/>
              <a:gd name="connsiteY7" fmla="*/ 0 h 2650564"/>
              <a:gd name="connsiteX0" fmla="*/ 27430 w 2691755"/>
              <a:gd name="connsiteY0" fmla="*/ 0 h 2641420"/>
              <a:gd name="connsiteX1" fmla="*/ 2251510 w 2691755"/>
              <a:gd name="connsiteY1" fmla="*/ 0 h 2641420"/>
              <a:gd name="connsiteX2" fmla="*/ 2691755 w 2691755"/>
              <a:gd name="connsiteY2" fmla="*/ 440245 h 2641420"/>
              <a:gd name="connsiteX3" fmla="*/ 2691755 w 2691755"/>
              <a:gd name="connsiteY3" fmla="*/ 2641420 h 2641420"/>
              <a:gd name="connsiteX4" fmla="*/ 2691755 w 2691755"/>
              <a:gd name="connsiteY4" fmla="*/ 2641420 h 2641420"/>
              <a:gd name="connsiteX5" fmla="*/ 1555818 w 2691755"/>
              <a:gd name="connsiteY5" fmla="*/ 2623132 h 2641420"/>
              <a:gd name="connsiteX6" fmla="*/ 0 w 2691755"/>
              <a:gd name="connsiteY6" fmla="*/ 1049031 h 2641420"/>
              <a:gd name="connsiteX7" fmla="*/ 27430 w 2691755"/>
              <a:gd name="connsiteY7" fmla="*/ 0 h 2641420"/>
              <a:gd name="connsiteX0" fmla="*/ 27430 w 2691755"/>
              <a:gd name="connsiteY0" fmla="*/ 9145 h 2650565"/>
              <a:gd name="connsiteX1" fmla="*/ 1135945 w 2691755"/>
              <a:gd name="connsiteY1" fmla="*/ 0 h 2650565"/>
              <a:gd name="connsiteX2" fmla="*/ 2691755 w 2691755"/>
              <a:gd name="connsiteY2" fmla="*/ 449390 h 2650565"/>
              <a:gd name="connsiteX3" fmla="*/ 2691755 w 2691755"/>
              <a:gd name="connsiteY3" fmla="*/ 2650565 h 2650565"/>
              <a:gd name="connsiteX4" fmla="*/ 2691755 w 2691755"/>
              <a:gd name="connsiteY4" fmla="*/ 2650565 h 2650565"/>
              <a:gd name="connsiteX5" fmla="*/ 1555818 w 2691755"/>
              <a:gd name="connsiteY5" fmla="*/ 2632277 h 2650565"/>
              <a:gd name="connsiteX6" fmla="*/ 0 w 2691755"/>
              <a:gd name="connsiteY6" fmla="*/ 1058176 h 2650565"/>
              <a:gd name="connsiteX7" fmla="*/ 27430 w 2691755"/>
              <a:gd name="connsiteY7" fmla="*/ 9145 h 2650565"/>
              <a:gd name="connsiteX0" fmla="*/ 27430 w 2700899"/>
              <a:gd name="connsiteY0" fmla="*/ 9145 h 2650565"/>
              <a:gd name="connsiteX1" fmla="*/ 1135945 w 2700899"/>
              <a:gd name="connsiteY1" fmla="*/ 0 h 2650565"/>
              <a:gd name="connsiteX2" fmla="*/ 2700899 w 2700899"/>
              <a:gd name="connsiteY2" fmla="*/ 1583246 h 2650565"/>
              <a:gd name="connsiteX3" fmla="*/ 2691755 w 2700899"/>
              <a:gd name="connsiteY3" fmla="*/ 2650565 h 2650565"/>
              <a:gd name="connsiteX4" fmla="*/ 2691755 w 2700899"/>
              <a:gd name="connsiteY4" fmla="*/ 2650565 h 2650565"/>
              <a:gd name="connsiteX5" fmla="*/ 1555818 w 2700899"/>
              <a:gd name="connsiteY5" fmla="*/ 2632277 h 2650565"/>
              <a:gd name="connsiteX6" fmla="*/ 0 w 2700899"/>
              <a:gd name="connsiteY6" fmla="*/ 1058176 h 2650565"/>
              <a:gd name="connsiteX7" fmla="*/ 27430 w 2700899"/>
              <a:gd name="connsiteY7" fmla="*/ 9145 h 2650565"/>
              <a:gd name="connsiteX0" fmla="*/ 27430 w 2700899"/>
              <a:gd name="connsiteY0" fmla="*/ 9145 h 2650565"/>
              <a:gd name="connsiteX1" fmla="*/ 1135945 w 2700899"/>
              <a:gd name="connsiteY1" fmla="*/ 0 h 2650565"/>
              <a:gd name="connsiteX2" fmla="*/ 2700899 w 2700899"/>
              <a:gd name="connsiteY2" fmla="*/ 1583246 h 2650565"/>
              <a:gd name="connsiteX3" fmla="*/ 2691755 w 2700899"/>
              <a:gd name="connsiteY3" fmla="*/ 2650565 h 2650565"/>
              <a:gd name="connsiteX4" fmla="*/ 2691755 w 2700899"/>
              <a:gd name="connsiteY4" fmla="*/ 2650565 h 2650565"/>
              <a:gd name="connsiteX5" fmla="*/ 1610682 w 2700899"/>
              <a:gd name="connsiteY5" fmla="*/ 2641421 h 2650565"/>
              <a:gd name="connsiteX6" fmla="*/ 0 w 2700899"/>
              <a:gd name="connsiteY6" fmla="*/ 1058176 h 2650565"/>
              <a:gd name="connsiteX7" fmla="*/ 27430 w 2700899"/>
              <a:gd name="connsiteY7" fmla="*/ 9145 h 2650565"/>
              <a:gd name="connsiteX0" fmla="*/ 27430 w 2700899"/>
              <a:gd name="connsiteY0" fmla="*/ 9145 h 2668853"/>
              <a:gd name="connsiteX1" fmla="*/ 1135945 w 2700899"/>
              <a:gd name="connsiteY1" fmla="*/ 0 h 2668853"/>
              <a:gd name="connsiteX2" fmla="*/ 2700899 w 2700899"/>
              <a:gd name="connsiteY2" fmla="*/ 1583246 h 2668853"/>
              <a:gd name="connsiteX3" fmla="*/ 2691755 w 2700899"/>
              <a:gd name="connsiteY3" fmla="*/ 2650565 h 2668853"/>
              <a:gd name="connsiteX4" fmla="*/ 2691755 w 2700899"/>
              <a:gd name="connsiteY4" fmla="*/ 2650565 h 2668853"/>
              <a:gd name="connsiteX5" fmla="*/ 1574106 w 2700899"/>
              <a:gd name="connsiteY5" fmla="*/ 2668853 h 2668853"/>
              <a:gd name="connsiteX6" fmla="*/ 0 w 2700899"/>
              <a:gd name="connsiteY6" fmla="*/ 1058176 h 2668853"/>
              <a:gd name="connsiteX7" fmla="*/ 27430 w 2700899"/>
              <a:gd name="connsiteY7" fmla="*/ 9145 h 2668853"/>
              <a:gd name="connsiteX0" fmla="*/ 27430 w 2700899"/>
              <a:gd name="connsiteY0" fmla="*/ 9145 h 2650565"/>
              <a:gd name="connsiteX1" fmla="*/ 1135945 w 2700899"/>
              <a:gd name="connsiteY1" fmla="*/ 0 h 2650565"/>
              <a:gd name="connsiteX2" fmla="*/ 2700899 w 2700899"/>
              <a:gd name="connsiteY2" fmla="*/ 1583246 h 2650565"/>
              <a:gd name="connsiteX3" fmla="*/ 2691755 w 2700899"/>
              <a:gd name="connsiteY3" fmla="*/ 2650565 h 2650565"/>
              <a:gd name="connsiteX4" fmla="*/ 2691755 w 2700899"/>
              <a:gd name="connsiteY4" fmla="*/ 2650565 h 2650565"/>
              <a:gd name="connsiteX5" fmla="*/ 1592394 w 2700899"/>
              <a:gd name="connsiteY5" fmla="*/ 2650565 h 2650565"/>
              <a:gd name="connsiteX6" fmla="*/ 0 w 2700899"/>
              <a:gd name="connsiteY6" fmla="*/ 1058176 h 2650565"/>
              <a:gd name="connsiteX7" fmla="*/ 27430 w 2700899"/>
              <a:gd name="connsiteY7" fmla="*/ 9145 h 2650565"/>
              <a:gd name="connsiteX0" fmla="*/ 0 w 2673469"/>
              <a:gd name="connsiteY0" fmla="*/ 9145 h 2650565"/>
              <a:gd name="connsiteX1" fmla="*/ 1108515 w 2673469"/>
              <a:gd name="connsiteY1" fmla="*/ 0 h 2650565"/>
              <a:gd name="connsiteX2" fmla="*/ 2673469 w 2673469"/>
              <a:gd name="connsiteY2" fmla="*/ 1583246 h 2650565"/>
              <a:gd name="connsiteX3" fmla="*/ 2664325 w 2673469"/>
              <a:gd name="connsiteY3" fmla="*/ 2650565 h 2650565"/>
              <a:gd name="connsiteX4" fmla="*/ 2664325 w 2673469"/>
              <a:gd name="connsiteY4" fmla="*/ 2650565 h 2650565"/>
              <a:gd name="connsiteX5" fmla="*/ 1564964 w 2673469"/>
              <a:gd name="connsiteY5" fmla="*/ 2650565 h 2650565"/>
              <a:gd name="connsiteX6" fmla="*/ 9146 w 2673469"/>
              <a:gd name="connsiteY6" fmla="*/ 1094752 h 2650565"/>
              <a:gd name="connsiteX7" fmla="*/ 0 w 2673469"/>
              <a:gd name="connsiteY7" fmla="*/ 9145 h 2650565"/>
              <a:gd name="connsiteX0" fmla="*/ 9547 w 2683016"/>
              <a:gd name="connsiteY0" fmla="*/ 9145 h 2650565"/>
              <a:gd name="connsiteX1" fmla="*/ 1118062 w 2683016"/>
              <a:gd name="connsiteY1" fmla="*/ 0 h 2650565"/>
              <a:gd name="connsiteX2" fmla="*/ 2683016 w 2683016"/>
              <a:gd name="connsiteY2" fmla="*/ 1583246 h 2650565"/>
              <a:gd name="connsiteX3" fmla="*/ 2673872 w 2683016"/>
              <a:gd name="connsiteY3" fmla="*/ 2650565 h 2650565"/>
              <a:gd name="connsiteX4" fmla="*/ 2673872 w 2683016"/>
              <a:gd name="connsiteY4" fmla="*/ 2650565 h 2650565"/>
              <a:gd name="connsiteX5" fmla="*/ 1574511 w 2683016"/>
              <a:gd name="connsiteY5" fmla="*/ 2650565 h 2650565"/>
              <a:gd name="connsiteX6" fmla="*/ 405 w 2683016"/>
              <a:gd name="connsiteY6" fmla="*/ 1067320 h 2650565"/>
              <a:gd name="connsiteX7" fmla="*/ 9547 w 2683016"/>
              <a:gd name="connsiteY7" fmla="*/ 9145 h 2650565"/>
              <a:gd name="connsiteX0" fmla="*/ 9547 w 2683016"/>
              <a:gd name="connsiteY0" fmla="*/ 18290 h 2659710"/>
              <a:gd name="connsiteX1" fmla="*/ 1127209 w 2683016"/>
              <a:gd name="connsiteY1" fmla="*/ 0 h 2659710"/>
              <a:gd name="connsiteX2" fmla="*/ 2683016 w 2683016"/>
              <a:gd name="connsiteY2" fmla="*/ 1592391 h 2659710"/>
              <a:gd name="connsiteX3" fmla="*/ 2673872 w 2683016"/>
              <a:gd name="connsiteY3" fmla="*/ 2659710 h 2659710"/>
              <a:gd name="connsiteX4" fmla="*/ 2673872 w 2683016"/>
              <a:gd name="connsiteY4" fmla="*/ 2659710 h 2659710"/>
              <a:gd name="connsiteX5" fmla="*/ 1574511 w 2683016"/>
              <a:gd name="connsiteY5" fmla="*/ 2659710 h 2659710"/>
              <a:gd name="connsiteX6" fmla="*/ 405 w 2683016"/>
              <a:gd name="connsiteY6" fmla="*/ 1076465 h 2659710"/>
              <a:gd name="connsiteX7" fmla="*/ 9547 w 2683016"/>
              <a:gd name="connsiteY7" fmla="*/ 18290 h 2659710"/>
              <a:gd name="connsiteX0" fmla="*/ 9547 w 2683016"/>
              <a:gd name="connsiteY0" fmla="*/ 0 h 2641420"/>
              <a:gd name="connsiteX1" fmla="*/ 1136353 w 2683016"/>
              <a:gd name="connsiteY1" fmla="*/ 18286 h 2641420"/>
              <a:gd name="connsiteX2" fmla="*/ 2683016 w 2683016"/>
              <a:gd name="connsiteY2" fmla="*/ 1574101 h 2641420"/>
              <a:gd name="connsiteX3" fmla="*/ 2673872 w 2683016"/>
              <a:gd name="connsiteY3" fmla="*/ 2641420 h 2641420"/>
              <a:gd name="connsiteX4" fmla="*/ 2673872 w 2683016"/>
              <a:gd name="connsiteY4" fmla="*/ 2641420 h 2641420"/>
              <a:gd name="connsiteX5" fmla="*/ 1574511 w 2683016"/>
              <a:gd name="connsiteY5" fmla="*/ 2641420 h 2641420"/>
              <a:gd name="connsiteX6" fmla="*/ 405 w 2683016"/>
              <a:gd name="connsiteY6" fmla="*/ 1058175 h 2641420"/>
              <a:gd name="connsiteX7" fmla="*/ 9547 w 2683016"/>
              <a:gd name="connsiteY7" fmla="*/ 0 h 2641420"/>
              <a:gd name="connsiteX0" fmla="*/ 9547 w 2683016"/>
              <a:gd name="connsiteY0" fmla="*/ 9146 h 2650566"/>
              <a:gd name="connsiteX1" fmla="*/ 1154641 w 2683016"/>
              <a:gd name="connsiteY1" fmla="*/ 0 h 2650566"/>
              <a:gd name="connsiteX2" fmla="*/ 2683016 w 2683016"/>
              <a:gd name="connsiteY2" fmla="*/ 1583247 h 2650566"/>
              <a:gd name="connsiteX3" fmla="*/ 2673872 w 2683016"/>
              <a:gd name="connsiteY3" fmla="*/ 2650566 h 2650566"/>
              <a:gd name="connsiteX4" fmla="*/ 2673872 w 2683016"/>
              <a:gd name="connsiteY4" fmla="*/ 2650566 h 2650566"/>
              <a:gd name="connsiteX5" fmla="*/ 1574511 w 2683016"/>
              <a:gd name="connsiteY5" fmla="*/ 2650566 h 2650566"/>
              <a:gd name="connsiteX6" fmla="*/ 405 w 2683016"/>
              <a:gd name="connsiteY6" fmla="*/ 1067321 h 2650566"/>
              <a:gd name="connsiteX7" fmla="*/ 9547 w 2683016"/>
              <a:gd name="connsiteY7" fmla="*/ 9146 h 2650566"/>
              <a:gd name="connsiteX0" fmla="*/ 9547 w 2673872"/>
              <a:gd name="connsiteY0" fmla="*/ 9146 h 2650566"/>
              <a:gd name="connsiteX1" fmla="*/ 1154641 w 2673872"/>
              <a:gd name="connsiteY1" fmla="*/ 0 h 2650566"/>
              <a:gd name="connsiteX2" fmla="*/ 2664728 w 2673872"/>
              <a:gd name="connsiteY2" fmla="*/ 1555815 h 2650566"/>
              <a:gd name="connsiteX3" fmla="*/ 2673872 w 2673872"/>
              <a:gd name="connsiteY3" fmla="*/ 2650566 h 2650566"/>
              <a:gd name="connsiteX4" fmla="*/ 2673872 w 2673872"/>
              <a:gd name="connsiteY4" fmla="*/ 2650566 h 2650566"/>
              <a:gd name="connsiteX5" fmla="*/ 1574511 w 2673872"/>
              <a:gd name="connsiteY5" fmla="*/ 2650566 h 2650566"/>
              <a:gd name="connsiteX6" fmla="*/ 405 w 2673872"/>
              <a:gd name="connsiteY6" fmla="*/ 1067321 h 2650566"/>
              <a:gd name="connsiteX7" fmla="*/ 9547 w 2673872"/>
              <a:gd name="connsiteY7" fmla="*/ 9146 h 2650566"/>
              <a:gd name="connsiteX0" fmla="*/ 9547 w 2692160"/>
              <a:gd name="connsiteY0" fmla="*/ 9146 h 2650566"/>
              <a:gd name="connsiteX1" fmla="*/ 1154641 w 2692160"/>
              <a:gd name="connsiteY1" fmla="*/ 0 h 2650566"/>
              <a:gd name="connsiteX2" fmla="*/ 2692160 w 2692160"/>
              <a:gd name="connsiteY2" fmla="*/ 1601535 h 2650566"/>
              <a:gd name="connsiteX3" fmla="*/ 2673872 w 2692160"/>
              <a:gd name="connsiteY3" fmla="*/ 2650566 h 2650566"/>
              <a:gd name="connsiteX4" fmla="*/ 2673872 w 2692160"/>
              <a:gd name="connsiteY4" fmla="*/ 2650566 h 2650566"/>
              <a:gd name="connsiteX5" fmla="*/ 1574511 w 2692160"/>
              <a:gd name="connsiteY5" fmla="*/ 2650566 h 2650566"/>
              <a:gd name="connsiteX6" fmla="*/ 405 w 2692160"/>
              <a:gd name="connsiteY6" fmla="*/ 1067321 h 2650566"/>
              <a:gd name="connsiteX7" fmla="*/ 9547 w 2692160"/>
              <a:gd name="connsiteY7" fmla="*/ 9146 h 2650566"/>
              <a:gd name="connsiteX0" fmla="*/ 9547 w 2673872"/>
              <a:gd name="connsiteY0" fmla="*/ 9146 h 2650566"/>
              <a:gd name="connsiteX1" fmla="*/ 1154641 w 2673872"/>
              <a:gd name="connsiteY1" fmla="*/ 0 h 2650566"/>
              <a:gd name="connsiteX2" fmla="*/ 2673872 w 2673872"/>
              <a:gd name="connsiteY2" fmla="*/ 1583247 h 2650566"/>
              <a:gd name="connsiteX3" fmla="*/ 2673872 w 2673872"/>
              <a:gd name="connsiteY3" fmla="*/ 2650566 h 2650566"/>
              <a:gd name="connsiteX4" fmla="*/ 2673872 w 2673872"/>
              <a:gd name="connsiteY4" fmla="*/ 2650566 h 2650566"/>
              <a:gd name="connsiteX5" fmla="*/ 1574511 w 2673872"/>
              <a:gd name="connsiteY5" fmla="*/ 2650566 h 2650566"/>
              <a:gd name="connsiteX6" fmla="*/ 405 w 2673872"/>
              <a:gd name="connsiteY6" fmla="*/ 1067321 h 2650566"/>
              <a:gd name="connsiteX7" fmla="*/ 9547 w 2673872"/>
              <a:gd name="connsiteY7" fmla="*/ 9146 h 2650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3872" h="2650566">
                <a:moveTo>
                  <a:pt x="9547" y="9146"/>
                </a:moveTo>
                <a:lnTo>
                  <a:pt x="1154641" y="0"/>
                </a:lnTo>
                <a:lnTo>
                  <a:pt x="2673872" y="1583247"/>
                </a:lnTo>
                <a:lnTo>
                  <a:pt x="2673872" y="2650566"/>
                </a:lnTo>
                <a:lnTo>
                  <a:pt x="2673872" y="2650566"/>
                </a:lnTo>
                <a:lnTo>
                  <a:pt x="1574511" y="2650566"/>
                </a:lnTo>
                <a:lnTo>
                  <a:pt x="405" y="1067321"/>
                </a:lnTo>
                <a:cubicBezTo>
                  <a:pt x="-2644" y="705452"/>
                  <a:pt x="12596" y="371015"/>
                  <a:pt x="9547" y="9146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00A381-515F-2CAF-0F1A-AED81E66D4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1702" y="1137056"/>
            <a:ext cx="3321132" cy="32975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3809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 Head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7D23B34-9146-5B75-F33D-8A3D717B9A5D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D67A2731-B1C6-9994-555B-418DC1117FC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4718" y="709416"/>
            <a:ext cx="3506057" cy="35444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E8337FE-035B-327E-51DF-5C8ED8DBBA22}"/>
              </a:ext>
            </a:extLst>
          </p:cNvPr>
          <p:cNvSpPr/>
          <p:nvPr/>
        </p:nvSpPr>
        <p:spPr>
          <a:xfrm>
            <a:off x="-1776644" y="579490"/>
            <a:ext cx="6207394" cy="10048682"/>
          </a:xfrm>
          <a:custGeom>
            <a:avLst/>
            <a:gdLst>
              <a:gd name="connsiteX0" fmla="*/ 283845 w 690181"/>
              <a:gd name="connsiteY0" fmla="*/ 28575 h 1117282"/>
              <a:gd name="connsiteX1" fmla="*/ 662845 w 690181"/>
              <a:gd name="connsiteY1" fmla="*/ 28575 h 1117282"/>
              <a:gd name="connsiteX2" fmla="*/ 662845 w 690181"/>
              <a:gd name="connsiteY2" fmla="*/ 409003 h 1117282"/>
              <a:gd name="connsiteX3" fmla="*/ 283845 w 690181"/>
              <a:gd name="connsiteY3" fmla="*/ 409003 h 1117282"/>
              <a:gd name="connsiteX4" fmla="*/ 283845 w 690181"/>
              <a:gd name="connsiteY4" fmla="*/ 28575 h 1117282"/>
              <a:gd name="connsiteX5" fmla="*/ 268319 w 690181"/>
              <a:gd name="connsiteY5" fmla="*/ 0 h 1117282"/>
              <a:gd name="connsiteX6" fmla="*/ 0 w 690181"/>
              <a:gd name="connsiteY6" fmla="*/ 271748 h 1117282"/>
              <a:gd name="connsiteX7" fmla="*/ 0 w 690181"/>
              <a:gd name="connsiteY7" fmla="*/ 1117283 h 1117282"/>
              <a:gd name="connsiteX8" fmla="*/ 690181 w 690181"/>
              <a:gd name="connsiteY8" fmla="*/ 421196 h 1117282"/>
              <a:gd name="connsiteX9" fmla="*/ 690086 w 690181"/>
              <a:gd name="connsiteY9" fmla="*/ 952 h 1117282"/>
              <a:gd name="connsiteX10" fmla="*/ 268319 w 690181"/>
              <a:gd name="connsiteY10" fmla="*/ 0 h 1117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0181" h="1117282">
                <a:moveTo>
                  <a:pt x="283845" y="28575"/>
                </a:moveTo>
                <a:lnTo>
                  <a:pt x="662845" y="28575"/>
                </a:lnTo>
                <a:lnTo>
                  <a:pt x="662845" y="409003"/>
                </a:lnTo>
                <a:lnTo>
                  <a:pt x="283845" y="409003"/>
                </a:lnTo>
                <a:lnTo>
                  <a:pt x="283845" y="28575"/>
                </a:lnTo>
                <a:close/>
                <a:moveTo>
                  <a:pt x="268319" y="0"/>
                </a:moveTo>
                <a:lnTo>
                  <a:pt x="0" y="271748"/>
                </a:lnTo>
                <a:lnTo>
                  <a:pt x="0" y="1117283"/>
                </a:lnTo>
                <a:lnTo>
                  <a:pt x="690181" y="421196"/>
                </a:lnTo>
                <a:lnTo>
                  <a:pt x="690086" y="952"/>
                </a:lnTo>
                <a:lnTo>
                  <a:pt x="268319" y="0"/>
                </a:lnTo>
                <a:close/>
              </a:path>
            </a:pathLst>
          </a:custGeom>
          <a:solidFill>
            <a:srgbClr val="E6E7E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EE8A4B-F4AC-B619-3F98-1A30D6365A96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9AABF-9BCB-B180-4C69-0B1D53F3E508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D56D0B-80F6-72BD-9C5D-51E6EF1F6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64FC603-B4E5-75F6-908D-7D9E558ECE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D905B9C9-E0AE-C939-A190-4CF9B8F9C286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93000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 Header Bottom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7D23B34-9146-5B75-F33D-8A3D717B9A5D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D67A2731-B1C6-9994-555B-418DC1117FC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4718" y="709416"/>
            <a:ext cx="3506057" cy="35444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E8337FE-035B-327E-51DF-5C8ED8DBBA22}"/>
              </a:ext>
            </a:extLst>
          </p:cNvPr>
          <p:cNvSpPr/>
          <p:nvPr/>
        </p:nvSpPr>
        <p:spPr>
          <a:xfrm>
            <a:off x="-1776644" y="568858"/>
            <a:ext cx="6207394" cy="10048682"/>
          </a:xfrm>
          <a:custGeom>
            <a:avLst/>
            <a:gdLst>
              <a:gd name="connsiteX0" fmla="*/ 283845 w 690181"/>
              <a:gd name="connsiteY0" fmla="*/ 28575 h 1117282"/>
              <a:gd name="connsiteX1" fmla="*/ 662845 w 690181"/>
              <a:gd name="connsiteY1" fmla="*/ 28575 h 1117282"/>
              <a:gd name="connsiteX2" fmla="*/ 662845 w 690181"/>
              <a:gd name="connsiteY2" fmla="*/ 409003 h 1117282"/>
              <a:gd name="connsiteX3" fmla="*/ 283845 w 690181"/>
              <a:gd name="connsiteY3" fmla="*/ 409003 h 1117282"/>
              <a:gd name="connsiteX4" fmla="*/ 283845 w 690181"/>
              <a:gd name="connsiteY4" fmla="*/ 28575 h 1117282"/>
              <a:gd name="connsiteX5" fmla="*/ 268319 w 690181"/>
              <a:gd name="connsiteY5" fmla="*/ 0 h 1117282"/>
              <a:gd name="connsiteX6" fmla="*/ 0 w 690181"/>
              <a:gd name="connsiteY6" fmla="*/ 271748 h 1117282"/>
              <a:gd name="connsiteX7" fmla="*/ 0 w 690181"/>
              <a:gd name="connsiteY7" fmla="*/ 1117283 h 1117282"/>
              <a:gd name="connsiteX8" fmla="*/ 690181 w 690181"/>
              <a:gd name="connsiteY8" fmla="*/ 421196 h 1117282"/>
              <a:gd name="connsiteX9" fmla="*/ 690086 w 690181"/>
              <a:gd name="connsiteY9" fmla="*/ 952 h 1117282"/>
              <a:gd name="connsiteX10" fmla="*/ 268319 w 690181"/>
              <a:gd name="connsiteY10" fmla="*/ 0 h 1117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0181" h="1117282">
                <a:moveTo>
                  <a:pt x="283845" y="28575"/>
                </a:moveTo>
                <a:lnTo>
                  <a:pt x="662845" y="28575"/>
                </a:lnTo>
                <a:lnTo>
                  <a:pt x="662845" y="409003"/>
                </a:lnTo>
                <a:lnTo>
                  <a:pt x="283845" y="409003"/>
                </a:lnTo>
                <a:lnTo>
                  <a:pt x="283845" y="28575"/>
                </a:lnTo>
                <a:close/>
                <a:moveTo>
                  <a:pt x="268319" y="0"/>
                </a:moveTo>
                <a:lnTo>
                  <a:pt x="0" y="271748"/>
                </a:lnTo>
                <a:lnTo>
                  <a:pt x="0" y="1117283"/>
                </a:lnTo>
                <a:lnTo>
                  <a:pt x="690181" y="421196"/>
                </a:lnTo>
                <a:lnTo>
                  <a:pt x="690086" y="952"/>
                </a:lnTo>
                <a:lnTo>
                  <a:pt x="268319" y="0"/>
                </a:lnTo>
                <a:close/>
              </a:path>
            </a:pathLst>
          </a:custGeom>
          <a:solidFill>
            <a:srgbClr val="E8E8E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EE8A4B-F4AC-B619-3F98-1A30D6365A96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9AABF-9BCB-B180-4C69-0B1D53F3E508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D56D0B-80F6-72BD-9C5D-51E6EF1F6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B2D74D-5BD4-D177-F0C7-C77D2066EC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26494" y="1981923"/>
            <a:ext cx="7445399" cy="204248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9">
            <a:extLst>
              <a:ext uri="{FF2B5EF4-FFF2-40B4-BE49-F238E27FC236}">
                <a16:creationId xmlns:a16="http://schemas.microsoft.com/office/drawing/2014/main" id="{B7AD03E9-3947-7D63-0E87-E39C96950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8032" y="786914"/>
            <a:ext cx="7483861" cy="566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for Main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297C75D-193A-D4F5-E4C1-D2E4DBDC88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6494" y="1408377"/>
            <a:ext cx="7445399" cy="500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F8690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D68A4C8-537F-2849-60FF-D6FDF16762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4737D264-B8B1-9AD8-656F-7E2737DD3327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59554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1 Head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CAAF439-5242-D049-1B43-317AF9D9F3AD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D67A2731-B1C6-9994-555B-418DC1117FC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4718" y="709416"/>
            <a:ext cx="3506057" cy="35444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E8337FE-035B-327E-51DF-5C8ED8DBBA22}"/>
              </a:ext>
            </a:extLst>
          </p:cNvPr>
          <p:cNvSpPr/>
          <p:nvPr/>
        </p:nvSpPr>
        <p:spPr>
          <a:xfrm>
            <a:off x="-1776644" y="579490"/>
            <a:ext cx="6207394" cy="10048682"/>
          </a:xfrm>
          <a:custGeom>
            <a:avLst/>
            <a:gdLst>
              <a:gd name="connsiteX0" fmla="*/ 283845 w 690181"/>
              <a:gd name="connsiteY0" fmla="*/ 28575 h 1117282"/>
              <a:gd name="connsiteX1" fmla="*/ 662845 w 690181"/>
              <a:gd name="connsiteY1" fmla="*/ 28575 h 1117282"/>
              <a:gd name="connsiteX2" fmla="*/ 662845 w 690181"/>
              <a:gd name="connsiteY2" fmla="*/ 409003 h 1117282"/>
              <a:gd name="connsiteX3" fmla="*/ 283845 w 690181"/>
              <a:gd name="connsiteY3" fmla="*/ 409003 h 1117282"/>
              <a:gd name="connsiteX4" fmla="*/ 283845 w 690181"/>
              <a:gd name="connsiteY4" fmla="*/ 28575 h 1117282"/>
              <a:gd name="connsiteX5" fmla="*/ 268319 w 690181"/>
              <a:gd name="connsiteY5" fmla="*/ 0 h 1117282"/>
              <a:gd name="connsiteX6" fmla="*/ 0 w 690181"/>
              <a:gd name="connsiteY6" fmla="*/ 271748 h 1117282"/>
              <a:gd name="connsiteX7" fmla="*/ 0 w 690181"/>
              <a:gd name="connsiteY7" fmla="*/ 1117283 h 1117282"/>
              <a:gd name="connsiteX8" fmla="*/ 690181 w 690181"/>
              <a:gd name="connsiteY8" fmla="*/ 421196 h 1117282"/>
              <a:gd name="connsiteX9" fmla="*/ 690086 w 690181"/>
              <a:gd name="connsiteY9" fmla="*/ 952 h 1117282"/>
              <a:gd name="connsiteX10" fmla="*/ 268319 w 690181"/>
              <a:gd name="connsiteY10" fmla="*/ 0 h 1117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0181" h="1117282">
                <a:moveTo>
                  <a:pt x="283845" y="28575"/>
                </a:moveTo>
                <a:lnTo>
                  <a:pt x="662845" y="28575"/>
                </a:lnTo>
                <a:lnTo>
                  <a:pt x="662845" y="409003"/>
                </a:lnTo>
                <a:lnTo>
                  <a:pt x="283845" y="409003"/>
                </a:lnTo>
                <a:lnTo>
                  <a:pt x="283845" y="28575"/>
                </a:lnTo>
                <a:close/>
                <a:moveTo>
                  <a:pt x="268319" y="0"/>
                </a:moveTo>
                <a:lnTo>
                  <a:pt x="0" y="271748"/>
                </a:lnTo>
                <a:lnTo>
                  <a:pt x="0" y="1117283"/>
                </a:lnTo>
                <a:lnTo>
                  <a:pt x="690181" y="421196"/>
                </a:lnTo>
                <a:lnTo>
                  <a:pt x="690086" y="952"/>
                </a:lnTo>
                <a:lnTo>
                  <a:pt x="268319" y="0"/>
                </a:lnTo>
                <a:close/>
              </a:path>
            </a:pathLst>
          </a:custGeom>
          <a:solidFill>
            <a:srgbClr val="F8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EE8A4B-F4AC-B619-3F98-1A30D6365A96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9AABF-9BCB-B180-4C69-0B1D53F3E508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D56D0B-80F6-72BD-9C5D-51E6EF1F6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9CF5C76-F0C9-6D43-5273-F1A12CA954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DE3CFD74-F482-963E-6559-21421A271A3B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298794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1 Header Bottom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7D23B34-9146-5B75-F33D-8A3D717B9A5D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D67A2731-B1C6-9994-555B-418DC1117FC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4718" y="709416"/>
            <a:ext cx="3506057" cy="35444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E8337FE-035B-327E-51DF-5C8ED8DBBA22}"/>
              </a:ext>
            </a:extLst>
          </p:cNvPr>
          <p:cNvSpPr/>
          <p:nvPr/>
        </p:nvSpPr>
        <p:spPr>
          <a:xfrm>
            <a:off x="-1776644" y="568858"/>
            <a:ext cx="6207394" cy="10048682"/>
          </a:xfrm>
          <a:custGeom>
            <a:avLst/>
            <a:gdLst>
              <a:gd name="connsiteX0" fmla="*/ 283845 w 690181"/>
              <a:gd name="connsiteY0" fmla="*/ 28575 h 1117282"/>
              <a:gd name="connsiteX1" fmla="*/ 662845 w 690181"/>
              <a:gd name="connsiteY1" fmla="*/ 28575 h 1117282"/>
              <a:gd name="connsiteX2" fmla="*/ 662845 w 690181"/>
              <a:gd name="connsiteY2" fmla="*/ 409003 h 1117282"/>
              <a:gd name="connsiteX3" fmla="*/ 283845 w 690181"/>
              <a:gd name="connsiteY3" fmla="*/ 409003 h 1117282"/>
              <a:gd name="connsiteX4" fmla="*/ 283845 w 690181"/>
              <a:gd name="connsiteY4" fmla="*/ 28575 h 1117282"/>
              <a:gd name="connsiteX5" fmla="*/ 268319 w 690181"/>
              <a:gd name="connsiteY5" fmla="*/ 0 h 1117282"/>
              <a:gd name="connsiteX6" fmla="*/ 0 w 690181"/>
              <a:gd name="connsiteY6" fmla="*/ 271748 h 1117282"/>
              <a:gd name="connsiteX7" fmla="*/ 0 w 690181"/>
              <a:gd name="connsiteY7" fmla="*/ 1117283 h 1117282"/>
              <a:gd name="connsiteX8" fmla="*/ 690181 w 690181"/>
              <a:gd name="connsiteY8" fmla="*/ 421196 h 1117282"/>
              <a:gd name="connsiteX9" fmla="*/ 690086 w 690181"/>
              <a:gd name="connsiteY9" fmla="*/ 952 h 1117282"/>
              <a:gd name="connsiteX10" fmla="*/ 268319 w 690181"/>
              <a:gd name="connsiteY10" fmla="*/ 0 h 1117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0181" h="1117282">
                <a:moveTo>
                  <a:pt x="283845" y="28575"/>
                </a:moveTo>
                <a:lnTo>
                  <a:pt x="662845" y="28575"/>
                </a:lnTo>
                <a:lnTo>
                  <a:pt x="662845" y="409003"/>
                </a:lnTo>
                <a:lnTo>
                  <a:pt x="283845" y="409003"/>
                </a:lnTo>
                <a:lnTo>
                  <a:pt x="283845" y="28575"/>
                </a:lnTo>
                <a:close/>
                <a:moveTo>
                  <a:pt x="268319" y="0"/>
                </a:moveTo>
                <a:lnTo>
                  <a:pt x="0" y="271748"/>
                </a:lnTo>
                <a:lnTo>
                  <a:pt x="0" y="1117283"/>
                </a:lnTo>
                <a:lnTo>
                  <a:pt x="690181" y="421196"/>
                </a:lnTo>
                <a:lnTo>
                  <a:pt x="690086" y="952"/>
                </a:lnTo>
                <a:lnTo>
                  <a:pt x="268319" y="0"/>
                </a:lnTo>
                <a:close/>
              </a:path>
            </a:pathLst>
          </a:custGeom>
          <a:solidFill>
            <a:srgbClr val="F8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EE8A4B-F4AC-B619-3F98-1A30D6365A96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9AABF-9BCB-B180-4C69-0B1D53F3E508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D56D0B-80F6-72BD-9C5D-51E6EF1F6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E78FEFD0-C1FF-84E4-EC68-446D3B8A1B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26494" y="1981923"/>
            <a:ext cx="7531359" cy="204248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9">
            <a:extLst>
              <a:ext uri="{FF2B5EF4-FFF2-40B4-BE49-F238E27FC236}">
                <a16:creationId xmlns:a16="http://schemas.microsoft.com/office/drawing/2014/main" id="{C8F0BE02-FEBC-1AF0-722F-918FA0E42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8032" y="786914"/>
            <a:ext cx="7483861" cy="566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for Main Header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F25A76CC-1E23-2AEA-51B5-8E2156198E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6494" y="1408377"/>
            <a:ext cx="7445399" cy="500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F8690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71D8E2A-6824-0F1B-CA59-5225F9FB22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5D4FB194-3D6E-7678-5DE0-D88D7F1DCA95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159503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</p:bldLst>
  </p:timing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44B706-4B06-2672-98E2-E409C008F5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3AA3728-0966-803A-47B8-D5ECA96074A1}"/>
              </a:ext>
            </a:extLst>
          </p:cNvPr>
          <p:cNvSpPr/>
          <p:nvPr/>
        </p:nvSpPr>
        <p:spPr>
          <a:xfrm>
            <a:off x="-10678053" y="1598264"/>
            <a:ext cx="15402453" cy="18003624"/>
          </a:xfrm>
          <a:custGeom>
            <a:avLst/>
            <a:gdLst>
              <a:gd name="connsiteX0" fmla="*/ 1701641 w 2043969"/>
              <a:gd name="connsiteY0" fmla="*/ 0 h 2389155"/>
              <a:gd name="connsiteX1" fmla="*/ 0 w 2043969"/>
              <a:gd name="connsiteY1" fmla="*/ 1702213 h 2389155"/>
              <a:gd name="connsiteX2" fmla="*/ 0 w 2043969"/>
              <a:gd name="connsiteY2" fmla="*/ 2389156 h 2389155"/>
              <a:gd name="connsiteX3" fmla="*/ 2043970 w 2043969"/>
              <a:gd name="connsiteY3" fmla="*/ 340805 h 2389155"/>
              <a:gd name="connsiteX4" fmla="*/ 1701641 w 2043969"/>
              <a:gd name="connsiteY4" fmla="*/ 340805 h 238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3969" h="2389155">
                <a:moveTo>
                  <a:pt x="1701641" y="0"/>
                </a:moveTo>
                <a:lnTo>
                  <a:pt x="0" y="1702213"/>
                </a:lnTo>
                <a:lnTo>
                  <a:pt x="0" y="2389156"/>
                </a:lnTo>
                <a:lnTo>
                  <a:pt x="2043970" y="340805"/>
                </a:lnTo>
                <a:lnTo>
                  <a:pt x="1701641" y="340805"/>
                </a:lnTo>
                <a:close/>
              </a:path>
            </a:pathLst>
          </a:custGeom>
          <a:solidFill>
            <a:srgbClr val="F8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C9F4C-74D1-8FE2-0BDD-955696DBF623}"/>
              </a:ext>
            </a:extLst>
          </p:cNvPr>
          <p:cNvSpPr/>
          <p:nvPr/>
        </p:nvSpPr>
        <p:spPr>
          <a:xfrm>
            <a:off x="-131866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BA1C8-0597-F7A6-7489-F9DA7B6F0CA7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6D46BE-4588-D33D-7421-BE211E9D3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DB9D0E-CD71-73DB-5131-848B220B7D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5348" y="2361866"/>
            <a:ext cx="9504708" cy="1617467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5400">
                <a:solidFill>
                  <a:srgbClr val="F86901"/>
                </a:solidFill>
              </a:defRPr>
            </a:lvl1pPr>
          </a:lstStyle>
          <a:p>
            <a:r>
              <a:rPr lang="en-US" dirty="0"/>
              <a:t>Quote here quote here quote here.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CCB2C9-DFC7-6B70-2210-91458778D4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E9188DA7-05E2-69F7-186D-F4ADC7E2F861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401314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Quote 3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44B706-4B06-2672-98E2-E409C008F5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1C6681B-4884-A41D-EDB2-B85D4D6406B1}"/>
              </a:ext>
            </a:extLst>
          </p:cNvPr>
          <p:cNvSpPr/>
          <p:nvPr/>
        </p:nvSpPr>
        <p:spPr>
          <a:xfrm>
            <a:off x="-10678053" y="1598264"/>
            <a:ext cx="15402453" cy="18003624"/>
          </a:xfrm>
          <a:custGeom>
            <a:avLst/>
            <a:gdLst>
              <a:gd name="connsiteX0" fmla="*/ 1701641 w 2043969"/>
              <a:gd name="connsiteY0" fmla="*/ 0 h 2389155"/>
              <a:gd name="connsiteX1" fmla="*/ 0 w 2043969"/>
              <a:gd name="connsiteY1" fmla="*/ 1702213 h 2389155"/>
              <a:gd name="connsiteX2" fmla="*/ 0 w 2043969"/>
              <a:gd name="connsiteY2" fmla="*/ 2389156 h 2389155"/>
              <a:gd name="connsiteX3" fmla="*/ 2043970 w 2043969"/>
              <a:gd name="connsiteY3" fmla="*/ 340805 h 2389155"/>
              <a:gd name="connsiteX4" fmla="*/ 1701641 w 2043969"/>
              <a:gd name="connsiteY4" fmla="*/ 340805 h 238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3969" h="2389155">
                <a:moveTo>
                  <a:pt x="1701641" y="0"/>
                </a:moveTo>
                <a:lnTo>
                  <a:pt x="0" y="1702213"/>
                </a:lnTo>
                <a:lnTo>
                  <a:pt x="0" y="2389156"/>
                </a:lnTo>
                <a:lnTo>
                  <a:pt x="2043970" y="340805"/>
                </a:lnTo>
                <a:lnTo>
                  <a:pt x="1701641" y="340805"/>
                </a:lnTo>
                <a:close/>
              </a:path>
            </a:pathLst>
          </a:custGeom>
          <a:solidFill>
            <a:srgbClr val="F8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C9F4C-74D1-8FE2-0BDD-955696DBF623}"/>
              </a:ext>
            </a:extLst>
          </p:cNvPr>
          <p:cNvSpPr/>
          <p:nvPr/>
        </p:nvSpPr>
        <p:spPr>
          <a:xfrm>
            <a:off x="-131866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BA1C8-0597-F7A6-7489-F9DA7B6F0CA7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6D46BE-4588-D33D-7421-BE211E9D3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2B5567F6-1FB0-125F-46FC-BA2F2B3CE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5348" y="2361866"/>
            <a:ext cx="9504708" cy="1617467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5400">
                <a:solidFill>
                  <a:srgbClr val="F86901"/>
                </a:solidFill>
              </a:defRPr>
            </a:lvl1pPr>
          </a:lstStyle>
          <a:p>
            <a:r>
              <a:rPr lang="en-US" dirty="0"/>
              <a:t>Quote here quote here quote here.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D528F69-F93D-B815-1614-E258B5EA6086}"/>
              </a:ext>
            </a:extLst>
          </p:cNvPr>
          <p:cNvSpPr/>
          <p:nvPr/>
        </p:nvSpPr>
        <p:spPr>
          <a:xfrm>
            <a:off x="2395348" y="1598264"/>
            <a:ext cx="637155" cy="572539"/>
          </a:xfrm>
          <a:custGeom>
            <a:avLst/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solidFill>
            <a:srgbClr val="F86901"/>
          </a:solidFill>
          <a:ln w="158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D2321EBB-2807-ABBC-B6FB-A8C392F73041}"/>
              </a:ext>
            </a:extLst>
          </p:cNvPr>
          <p:cNvSpPr/>
          <p:nvPr/>
        </p:nvSpPr>
        <p:spPr>
          <a:xfrm rot="10800000">
            <a:off x="11262901" y="3134812"/>
            <a:ext cx="637155" cy="572539"/>
          </a:xfrm>
          <a:custGeom>
            <a:avLst/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solidFill>
            <a:srgbClr val="F86901"/>
          </a:solidFill>
          <a:ln w="158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7240D7-6C7A-F304-9613-8EBC03CFD2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7706" y="4081985"/>
            <a:ext cx="7112350" cy="73081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F86901"/>
              </a:buClr>
              <a:buFont typeface="System Font Regular"/>
              <a:buNone/>
              <a:defRPr sz="2000">
                <a:solidFill>
                  <a:srgbClr val="F8690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- Attribution</a:t>
            </a:r>
          </a:p>
          <a:p>
            <a:pPr lvl="0"/>
            <a:r>
              <a:rPr lang="en-US" dirty="0"/>
              <a:t>  Second line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BF28C0E-FE17-F37F-8F06-9501B56785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C1562E0F-E534-33EC-C3D3-43EA67777C46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75327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44B706-4B06-2672-98E2-E409C008F5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3AA3728-0966-803A-47B8-D5ECA96074A1}"/>
              </a:ext>
            </a:extLst>
          </p:cNvPr>
          <p:cNvSpPr/>
          <p:nvPr/>
        </p:nvSpPr>
        <p:spPr>
          <a:xfrm>
            <a:off x="-10678053" y="1598264"/>
            <a:ext cx="15402453" cy="18003624"/>
          </a:xfrm>
          <a:custGeom>
            <a:avLst/>
            <a:gdLst>
              <a:gd name="connsiteX0" fmla="*/ 1701641 w 2043969"/>
              <a:gd name="connsiteY0" fmla="*/ 0 h 2389155"/>
              <a:gd name="connsiteX1" fmla="*/ 0 w 2043969"/>
              <a:gd name="connsiteY1" fmla="*/ 1702213 h 2389155"/>
              <a:gd name="connsiteX2" fmla="*/ 0 w 2043969"/>
              <a:gd name="connsiteY2" fmla="*/ 2389156 h 2389155"/>
              <a:gd name="connsiteX3" fmla="*/ 2043970 w 2043969"/>
              <a:gd name="connsiteY3" fmla="*/ 340805 h 2389155"/>
              <a:gd name="connsiteX4" fmla="*/ 1701641 w 2043969"/>
              <a:gd name="connsiteY4" fmla="*/ 340805 h 238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3969" h="2389155">
                <a:moveTo>
                  <a:pt x="1701641" y="0"/>
                </a:moveTo>
                <a:lnTo>
                  <a:pt x="0" y="1702213"/>
                </a:lnTo>
                <a:lnTo>
                  <a:pt x="0" y="2389156"/>
                </a:lnTo>
                <a:lnTo>
                  <a:pt x="2043970" y="340805"/>
                </a:lnTo>
                <a:lnTo>
                  <a:pt x="1701641" y="34080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C9F4C-74D1-8FE2-0BDD-955696DBF623}"/>
              </a:ext>
            </a:extLst>
          </p:cNvPr>
          <p:cNvSpPr/>
          <p:nvPr/>
        </p:nvSpPr>
        <p:spPr>
          <a:xfrm>
            <a:off x="-131866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BA1C8-0597-F7A6-7489-F9DA7B6F0CA7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6D46BE-4588-D33D-7421-BE211E9D3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DB9D0E-CD71-73DB-5131-848B220B7D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5348" y="2361866"/>
            <a:ext cx="9504708" cy="1617467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here quote here quote here.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84F6BCD-4F33-3C4D-0C2F-B1C12F6C3A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F9829ABB-F660-593C-2946-E7EBFD1761A9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282829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44B706-4B06-2672-98E2-E409C008F5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1C6681B-4884-A41D-EDB2-B85D4D6406B1}"/>
              </a:ext>
            </a:extLst>
          </p:cNvPr>
          <p:cNvSpPr/>
          <p:nvPr/>
        </p:nvSpPr>
        <p:spPr>
          <a:xfrm>
            <a:off x="-10678053" y="1598264"/>
            <a:ext cx="15402453" cy="18003624"/>
          </a:xfrm>
          <a:custGeom>
            <a:avLst/>
            <a:gdLst>
              <a:gd name="connsiteX0" fmla="*/ 1701641 w 2043969"/>
              <a:gd name="connsiteY0" fmla="*/ 0 h 2389155"/>
              <a:gd name="connsiteX1" fmla="*/ 0 w 2043969"/>
              <a:gd name="connsiteY1" fmla="*/ 1702213 h 2389155"/>
              <a:gd name="connsiteX2" fmla="*/ 0 w 2043969"/>
              <a:gd name="connsiteY2" fmla="*/ 2389156 h 2389155"/>
              <a:gd name="connsiteX3" fmla="*/ 2043970 w 2043969"/>
              <a:gd name="connsiteY3" fmla="*/ 340805 h 2389155"/>
              <a:gd name="connsiteX4" fmla="*/ 1701641 w 2043969"/>
              <a:gd name="connsiteY4" fmla="*/ 340805 h 238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3969" h="2389155">
                <a:moveTo>
                  <a:pt x="1701641" y="0"/>
                </a:moveTo>
                <a:lnTo>
                  <a:pt x="0" y="1702213"/>
                </a:lnTo>
                <a:lnTo>
                  <a:pt x="0" y="2389156"/>
                </a:lnTo>
                <a:lnTo>
                  <a:pt x="2043970" y="340805"/>
                </a:lnTo>
                <a:lnTo>
                  <a:pt x="1701641" y="34080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C9F4C-74D1-8FE2-0BDD-955696DBF623}"/>
              </a:ext>
            </a:extLst>
          </p:cNvPr>
          <p:cNvSpPr/>
          <p:nvPr/>
        </p:nvSpPr>
        <p:spPr>
          <a:xfrm>
            <a:off x="-131866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BA1C8-0597-F7A6-7489-F9DA7B6F0CA7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6D46BE-4588-D33D-7421-BE211E9D3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2B5567F6-1FB0-125F-46FC-BA2F2B3CE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5348" y="2361866"/>
            <a:ext cx="9504708" cy="1617467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here quote here quote here.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D528F69-F93D-B815-1614-E258B5EA6086}"/>
              </a:ext>
            </a:extLst>
          </p:cNvPr>
          <p:cNvSpPr/>
          <p:nvPr/>
        </p:nvSpPr>
        <p:spPr>
          <a:xfrm>
            <a:off x="2395348" y="1598264"/>
            <a:ext cx="637155" cy="572539"/>
          </a:xfrm>
          <a:custGeom>
            <a:avLst/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solidFill>
            <a:schemeClr val="bg1"/>
          </a:solidFill>
          <a:ln w="158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D2321EBB-2807-ABBC-B6FB-A8C392F73041}"/>
              </a:ext>
            </a:extLst>
          </p:cNvPr>
          <p:cNvSpPr/>
          <p:nvPr/>
        </p:nvSpPr>
        <p:spPr>
          <a:xfrm rot="10800000">
            <a:off x="11262901" y="3134812"/>
            <a:ext cx="637155" cy="572539"/>
          </a:xfrm>
          <a:custGeom>
            <a:avLst/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solidFill>
            <a:schemeClr val="bg1"/>
          </a:solidFill>
          <a:ln w="158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FAC6E3F-1E7F-BA3D-8683-ABD97C32F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7706" y="4081985"/>
            <a:ext cx="7112350" cy="73081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F86901"/>
              </a:buClr>
              <a:buFont typeface="System Font Regular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- Attribution</a:t>
            </a:r>
          </a:p>
          <a:p>
            <a:pPr lvl="0"/>
            <a:r>
              <a:rPr lang="en-US" dirty="0"/>
              <a:t>  Second line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1AC26DF-BFC5-3867-F724-589396B0EF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1BCD7A0A-1145-87E1-0297-BC754F79B3C1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01210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44B706-4B06-2672-98E2-E409C008F5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3AA3728-0966-803A-47B8-D5ECA96074A1}"/>
              </a:ext>
            </a:extLst>
          </p:cNvPr>
          <p:cNvSpPr/>
          <p:nvPr/>
        </p:nvSpPr>
        <p:spPr>
          <a:xfrm>
            <a:off x="-10678053" y="1598264"/>
            <a:ext cx="15402453" cy="18003624"/>
          </a:xfrm>
          <a:custGeom>
            <a:avLst/>
            <a:gdLst>
              <a:gd name="connsiteX0" fmla="*/ 1701641 w 2043969"/>
              <a:gd name="connsiteY0" fmla="*/ 0 h 2389155"/>
              <a:gd name="connsiteX1" fmla="*/ 0 w 2043969"/>
              <a:gd name="connsiteY1" fmla="*/ 1702213 h 2389155"/>
              <a:gd name="connsiteX2" fmla="*/ 0 w 2043969"/>
              <a:gd name="connsiteY2" fmla="*/ 2389156 h 2389155"/>
              <a:gd name="connsiteX3" fmla="*/ 2043970 w 2043969"/>
              <a:gd name="connsiteY3" fmla="*/ 340805 h 2389155"/>
              <a:gd name="connsiteX4" fmla="*/ 1701641 w 2043969"/>
              <a:gd name="connsiteY4" fmla="*/ 340805 h 238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3969" h="2389155">
                <a:moveTo>
                  <a:pt x="1701641" y="0"/>
                </a:moveTo>
                <a:lnTo>
                  <a:pt x="0" y="1702213"/>
                </a:lnTo>
                <a:lnTo>
                  <a:pt x="0" y="2389156"/>
                </a:lnTo>
                <a:lnTo>
                  <a:pt x="2043970" y="340805"/>
                </a:lnTo>
                <a:lnTo>
                  <a:pt x="1701641" y="34080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C9F4C-74D1-8FE2-0BDD-955696DBF623}"/>
              </a:ext>
            </a:extLst>
          </p:cNvPr>
          <p:cNvSpPr/>
          <p:nvPr/>
        </p:nvSpPr>
        <p:spPr>
          <a:xfrm>
            <a:off x="-131866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BA1C8-0597-F7A6-7489-F9DA7B6F0CA7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6D46BE-4588-D33D-7421-BE211E9D3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DB9D0E-CD71-73DB-5131-848B220B7D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5348" y="2361866"/>
            <a:ext cx="9504708" cy="1617467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here quote here quote here.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FDF5EE8-BA33-16A8-C529-5D0635BAB0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665EC569-265C-AE82-5B42-723CD7FB07AB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40330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3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44B706-4B06-2672-98E2-E409C008F5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1C6681B-4884-A41D-EDB2-B85D4D6406B1}"/>
              </a:ext>
            </a:extLst>
          </p:cNvPr>
          <p:cNvSpPr/>
          <p:nvPr/>
        </p:nvSpPr>
        <p:spPr>
          <a:xfrm>
            <a:off x="-10678053" y="1598264"/>
            <a:ext cx="15402453" cy="18003624"/>
          </a:xfrm>
          <a:custGeom>
            <a:avLst/>
            <a:gdLst>
              <a:gd name="connsiteX0" fmla="*/ 1701641 w 2043969"/>
              <a:gd name="connsiteY0" fmla="*/ 0 h 2389155"/>
              <a:gd name="connsiteX1" fmla="*/ 0 w 2043969"/>
              <a:gd name="connsiteY1" fmla="*/ 1702213 h 2389155"/>
              <a:gd name="connsiteX2" fmla="*/ 0 w 2043969"/>
              <a:gd name="connsiteY2" fmla="*/ 2389156 h 2389155"/>
              <a:gd name="connsiteX3" fmla="*/ 2043970 w 2043969"/>
              <a:gd name="connsiteY3" fmla="*/ 340805 h 2389155"/>
              <a:gd name="connsiteX4" fmla="*/ 1701641 w 2043969"/>
              <a:gd name="connsiteY4" fmla="*/ 340805 h 238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3969" h="2389155">
                <a:moveTo>
                  <a:pt x="1701641" y="0"/>
                </a:moveTo>
                <a:lnTo>
                  <a:pt x="0" y="1702213"/>
                </a:lnTo>
                <a:lnTo>
                  <a:pt x="0" y="2389156"/>
                </a:lnTo>
                <a:lnTo>
                  <a:pt x="2043970" y="340805"/>
                </a:lnTo>
                <a:lnTo>
                  <a:pt x="1701641" y="34080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C9F4C-74D1-8FE2-0BDD-955696DBF623}"/>
              </a:ext>
            </a:extLst>
          </p:cNvPr>
          <p:cNvSpPr/>
          <p:nvPr/>
        </p:nvSpPr>
        <p:spPr>
          <a:xfrm>
            <a:off x="-131866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BA1C8-0597-F7A6-7489-F9DA7B6F0CA7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6D46BE-4588-D33D-7421-BE211E9D3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2B5567F6-1FB0-125F-46FC-BA2F2B3CE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5348" y="2361866"/>
            <a:ext cx="9504708" cy="1617467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here quote here quote here.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D528F69-F93D-B815-1614-E258B5EA6086}"/>
              </a:ext>
            </a:extLst>
          </p:cNvPr>
          <p:cNvSpPr/>
          <p:nvPr/>
        </p:nvSpPr>
        <p:spPr>
          <a:xfrm>
            <a:off x="2395348" y="1598264"/>
            <a:ext cx="637155" cy="572539"/>
          </a:xfrm>
          <a:custGeom>
            <a:avLst/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D2321EBB-2807-ABBC-B6FB-A8C392F73041}"/>
              </a:ext>
            </a:extLst>
          </p:cNvPr>
          <p:cNvSpPr/>
          <p:nvPr/>
        </p:nvSpPr>
        <p:spPr>
          <a:xfrm rot="10800000">
            <a:off x="11262901" y="3134812"/>
            <a:ext cx="637155" cy="572539"/>
          </a:xfrm>
          <a:custGeom>
            <a:avLst/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C12E987-4255-261E-4857-D0998121FD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7706" y="4081985"/>
            <a:ext cx="7112350" cy="73081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F86901"/>
              </a:buClr>
              <a:buFont typeface="System Font Regular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- Attribution</a:t>
            </a:r>
          </a:p>
          <a:p>
            <a:pPr lvl="0"/>
            <a:r>
              <a:rPr lang="en-US" dirty="0"/>
              <a:t>  Second line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6105444-BE6E-E203-F409-DC551FD7AD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9E5F7A52-EFB6-3D84-4ADE-D6A86C3B368F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237761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 Head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7C7046-D6C2-84E5-B88A-48BDAE2847C9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CD2D5-3A43-CCD9-A029-F531D3238696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1D563-744A-AC08-6229-2BCE678FF6AF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9FEBC5E-F2C0-2515-DA7E-599A9CBF1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C1A0075-3CF1-E01C-31E0-1FBE017251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747" y="411666"/>
            <a:ext cx="11753456" cy="693616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Main Header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706B37C-22EB-22CD-7A02-8D0896581B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4B03AF1F-38F3-0C06-5ADD-7A47DBCE6255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91861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 Header Bottom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7C7046-D6C2-84E5-B88A-48BDAE2847C9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CD2D5-3A43-CCD9-A029-F531D3238696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1D563-744A-AC08-6229-2BCE678FF6AF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9FEBC5E-F2C0-2515-DA7E-599A9CBF1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B6D1423-D49E-163F-B784-15DF100B8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746" y="405610"/>
            <a:ext cx="11765567" cy="693616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Main Header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A18C6F47-9CC3-FFB8-F03F-D5E9459999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1746" y="1805677"/>
            <a:ext cx="11765567" cy="204248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D1F3AE5-6D8B-7B31-A65A-7D99928E81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1746" y="1232188"/>
            <a:ext cx="11765567" cy="500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F8690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449F015-9510-2BA2-576E-3B393BDC6C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881EDD13-2873-16F5-A633-F333EAA0C1E7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1670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3 Head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447534-27D1-B998-079A-F359D5B5DB05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0CD2B0-4FF8-3AD7-CD8A-7482533AA32F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0461B-B60F-3E9C-CFCA-5AF00AC9D705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8BE72D9-0147-88DD-353B-CB1DE910E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D91EBA2-93E9-8E33-BE83-4A89A0AF9D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786" y="445665"/>
            <a:ext cx="4715301" cy="127334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Main Header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3F51D67B-FA25-5E55-6C4D-158DE9717AC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83199" y="445665"/>
            <a:ext cx="6578837" cy="46399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D6C6450-6639-1BC7-B403-779233CB3D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7DC8BCD-7592-3686-C6A4-EA6F1F78A93D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21981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3 Header Bottom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447534-27D1-B998-079A-F359D5B5DB05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0CD2B0-4FF8-3AD7-CD8A-7482533AA32F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0461B-B60F-3E9C-CFCA-5AF00AC9D705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8BE72D9-0147-88DD-353B-CB1DE910E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D91EBA2-93E9-8E33-BE83-4A89A0AF9D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786" y="449440"/>
            <a:ext cx="4675544" cy="119211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Main Header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8CC72C10-EE02-8D75-B19D-C878C9EA7B9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83199" y="445665"/>
            <a:ext cx="6578837" cy="46399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C13E1011-B3E5-D620-DFC2-873E13C1BC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9965" y="2299452"/>
            <a:ext cx="4732366" cy="204248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40F506E1-6D06-7562-EBD4-C9F0E7F524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966" y="1780460"/>
            <a:ext cx="4732364" cy="500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F8690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38BA00D-DDEC-F62D-CC87-26E5E64E93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A19EFF81-E4FB-BD4F-4BFE-1408B7883F7E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69263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4 Head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8BE79CD-5AB9-5C8B-F9CD-FF1963C33672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4CE58D56-A7C3-C816-9788-5167B3ABBF6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00501" y="434090"/>
            <a:ext cx="7861300" cy="53500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E0ABF5C-1E2B-17DA-426D-605D20EDBF0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787" y="434090"/>
            <a:ext cx="3328870" cy="1210575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Main Header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41B081-6C5B-AC85-FF4D-7965B393E40E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EF3C39-C88D-518E-7EB5-33C98AF059A6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8EA8DD0-6023-D273-83B6-F1D68C1A15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3154F07-AE7F-EA40-E4E9-B7419D3E8C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CA8DC24C-7ECA-7C6C-E61E-178E42D8341A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43905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4 Header Bottom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0CD774-24E5-6A46-EBB1-0013EC52DCB7}"/>
              </a:ext>
            </a:extLst>
          </p:cNvPr>
          <p:cNvSpPr/>
          <p:nvPr/>
        </p:nvSpPr>
        <p:spPr>
          <a:xfrm>
            <a:off x="-7822" y="0"/>
            <a:ext cx="1220764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4CE58D56-A7C3-C816-9788-5167B3ABBF6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00501" y="434090"/>
            <a:ext cx="7861300" cy="53500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E0ABF5C-1E2B-17DA-426D-605D20EDBF0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787" y="434090"/>
            <a:ext cx="3458538" cy="113998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Main Header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41B081-6C5B-AC85-FF4D-7965B393E40E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EF3C39-C88D-518E-7EB5-33C98AF059A6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8EA8DD0-6023-D273-83B6-F1D68C1A15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22B0AB12-F54D-CE03-7DB6-FABCC33EF5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9965" y="2299452"/>
            <a:ext cx="3458537" cy="204248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F9D0BDF3-F9E4-DC22-1118-38258EC566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966" y="1780460"/>
            <a:ext cx="3515360" cy="500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F8690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1FBC9F2-F600-63DC-E107-A2A7BFCB9C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90639C8A-D722-0DE8-054C-EEC41EBC9007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02785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 with White Border Head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7C7046-D6C2-84E5-B88A-48BDAE2847C9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CD2D5-3A43-CCD9-A029-F531D3238696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1D563-744A-AC08-6229-2BCE678FF6AF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9FEBC5E-F2C0-2515-DA7E-599A9CBF1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2638857-694C-2D18-5249-D368F1E1B8C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2085" y="279828"/>
            <a:ext cx="11742706" cy="50413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0A52C37-7519-01A1-357B-D07A4FAD3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ECD1840C-AF59-C294-DDCB-2E246D02E5E2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167163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ull Photo with White Border Head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7C7046-D6C2-84E5-B88A-48BDAE2847C9}"/>
              </a:ext>
            </a:extLst>
          </p:cNvPr>
          <p:cNvSpPr/>
          <p:nvPr/>
        </p:nvSpPr>
        <p:spPr>
          <a:xfrm>
            <a:off x="-89313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CD2D5-3A43-CCD9-A029-F531D3238696}"/>
              </a:ext>
            </a:extLst>
          </p:cNvPr>
          <p:cNvSpPr/>
          <p:nvPr/>
        </p:nvSpPr>
        <p:spPr>
          <a:xfrm>
            <a:off x="-84438" y="6190735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1D563-744A-AC08-6229-2BCE678FF6AF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9FEBC5E-F2C0-2515-DA7E-599A9CBF1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2638857-694C-2D18-5249-D368F1E1B8C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2085" y="941657"/>
            <a:ext cx="11742706" cy="50413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11BCD7-F1EC-1D32-5F19-490D362D88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2085" y="169908"/>
            <a:ext cx="11742706" cy="693616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Main Header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3B5D4FC-15FA-F54D-A7F1-70478D7377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F15E541A-B496-6C7E-FE30-45D53E255513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50285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 With Bar 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72557CE5-AD54-544C-F599-2BFDB03B2BBC}"/>
              </a:ext>
            </a:extLst>
          </p:cNvPr>
          <p:cNvSpPr txBox="1">
            <a:spLocks/>
          </p:cNvSpPr>
          <p:nvPr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2638857-694C-2D18-5249-D368F1E1B8C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-1"/>
            <a:ext cx="12301498" cy="6218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CD2D5-3A43-CCD9-A029-F531D3238696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1D563-744A-AC08-6229-2BCE678FF6AF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9FEBC5E-F2C0-2515-DA7E-599A9CBF1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5EE7381-4C46-642B-EF7F-84F4823200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C138B108-22F1-26B1-31EE-681B1D7C4625}"/>
              </a:ext>
            </a:extLst>
          </p:cNvPr>
          <p:cNvSpPr txBox="1">
            <a:spLocks/>
          </p:cNvSpPr>
          <p:nvPr userDrawn="1"/>
        </p:nvSpPr>
        <p:spPr>
          <a:xfrm>
            <a:off x="152400" y="56642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91820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7C7046-D6C2-84E5-B88A-48BDAE2847C9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CD2D5-3A43-CCD9-A029-F531D3238696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1D563-744A-AC08-6229-2BCE678FF6AF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9FEBC5E-F2C0-2515-DA7E-599A9CBF1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grpSp>
        <p:nvGrpSpPr>
          <p:cNvPr id="14" name="Graphic 22">
            <a:extLst>
              <a:ext uri="{FF2B5EF4-FFF2-40B4-BE49-F238E27FC236}">
                <a16:creationId xmlns:a16="http://schemas.microsoft.com/office/drawing/2014/main" id="{82D9E654-7F20-A1F9-005D-CF23B880B1F6}"/>
              </a:ext>
            </a:extLst>
          </p:cNvPr>
          <p:cNvGrpSpPr/>
          <p:nvPr/>
        </p:nvGrpSpPr>
        <p:grpSpPr>
          <a:xfrm>
            <a:off x="202133" y="6414020"/>
            <a:ext cx="798764" cy="301829"/>
            <a:chOff x="2728880" y="3418045"/>
            <a:chExt cx="3190208" cy="1205483"/>
          </a:xfrm>
          <a:solidFill>
            <a:schemeClr val="bg1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74CFF7-3A06-6BF7-EAA8-6A1A28A2ADB5}"/>
                </a:ext>
              </a:extLst>
            </p:cNvPr>
            <p:cNvSpPr/>
            <p:nvPr/>
          </p:nvSpPr>
          <p:spPr>
            <a:xfrm>
              <a:off x="4081525" y="3418140"/>
              <a:ext cx="547877" cy="1204531"/>
            </a:xfrm>
            <a:custGeom>
              <a:avLst/>
              <a:gdLst>
                <a:gd name="connsiteX0" fmla="*/ 393478 w 547877"/>
                <a:gd name="connsiteY0" fmla="*/ 129064 h 1204531"/>
                <a:gd name="connsiteX1" fmla="*/ 537686 w 547877"/>
                <a:gd name="connsiteY1" fmla="*/ 74771 h 1204531"/>
                <a:gd name="connsiteX2" fmla="*/ 547878 w 547877"/>
                <a:gd name="connsiteY2" fmla="*/ 74771 h 1204531"/>
                <a:gd name="connsiteX3" fmla="*/ 547878 w 547877"/>
                <a:gd name="connsiteY3" fmla="*/ 0 h 1204531"/>
                <a:gd name="connsiteX4" fmla="*/ 267938 w 547877"/>
                <a:gd name="connsiteY4" fmla="*/ 4667 h 1204531"/>
                <a:gd name="connsiteX5" fmla="*/ 0 w 547877"/>
                <a:gd name="connsiteY5" fmla="*/ 0 h 1204531"/>
                <a:gd name="connsiteX6" fmla="*/ 0 w 547877"/>
                <a:gd name="connsiteY6" fmla="*/ 74771 h 1204531"/>
                <a:gd name="connsiteX7" fmla="*/ 10192 w 547877"/>
                <a:gd name="connsiteY7" fmla="*/ 74771 h 1204531"/>
                <a:gd name="connsiteX8" fmla="*/ 154400 w 547877"/>
                <a:gd name="connsiteY8" fmla="*/ 128968 h 1204531"/>
                <a:gd name="connsiteX9" fmla="*/ 171640 w 547877"/>
                <a:gd name="connsiteY9" fmla="*/ 363188 h 1204531"/>
                <a:gd name="connsiteX10" fmla="*/ 171640 w 547877"/>
                <a:gd name="connsiteY10" fmla="*/ 841153 h 1204531"/>
                <a:gd name="connsiteX11" fmla="*/ 154496 w 547877"/>
                <a:gd name="connsiteY11" fmla="*/ 1075373 h 1204531"/>
                <a:gd name="connsiteX12" fmla="*/ 10192 w 547877"/>
                <a:gd name="connsiteY12" fmla="*/ 1129569 h 1204531"/>
                <a:gd name="connsiteX13" fmla="*/ 0 w 547877"/>
                <a:gd name="connsiteY13" fmla="*/ 1129569 h 1204531"/>
                <a:gd name="connsiteX14" fmla="*/ 0 w 547877"/>
                <a:gd name="connsiteY14" fmla="*/ 1204531 h 1204531"/>
                <a:gd name="connsiteX15" fmla="*/ 268224 w 547877"/>
                <a:gd name="connsiteY15" fmla="*/ 1197102 h 1204531"/>
                <a:gd name="connsiteX16" fmla="*/ 547878 w 547877"/>
                <a:gd name="connsiteY16" fmla="*/ 1204531 h 1204531"/>
                <a:gd name="connsiteX17" fmla="*/ 547878 w 547877"/>
                <a:gd name="connsiteY17" fmla="*/ 1129569 h 1204531"/>
                <a:gd name="connsiteX18" fmla="*/ 537686 w 547877"/>
                <a:gd name="connsiteY18" fmla="*/ 1129569 h 1204531"/>
                <a:gd name="connsiteX19" fmla="*/ 393478 w 547877"/>
                <a:gd name="connsiteY19" fmla="*/ 1075468 h 1204531"/>
                <a:gd name="connsiteX20" fmla="*/ 376333 w 547877"/>
                <a:gd name="connsiteY20" fmla="*/ 841153 h 1204531"/>
                <a:gd name="connsiteX21" fmla="*/ 376333 w 547877"/>
                <a:gd name="connsiteY21" fmla="*/ 363188 h 1204531"/>
                <a:gd name="connsiteX22" fmla="*/ 393478 w 547877"/>
                <a:gd name="connsiteY22" fmla="*/ 129064 h 120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7877" h="1204531">
                  <a:moveTo>
                    <a:pt x="393478" y="129064"/>
                  </a:moveTo>
                  <a:cubicBezTo>
                    <a:pt x="414242" y="74771"/>
                    <a:pt x="482727" y="74771"/>
                    <a:pt x="537686" y="74771"/>
                  </a:cubicBezTo>
                  <a:lnTo>
                    <a:pt x="547878" y="74771"/>
                  </a:lnTo>
                  <a:lnTo>
                    <a:pt x="547878" y="0"/>
                  </a:lnTo>
                  <a:cubicBezTo>
                    <a:pt x="547878" y="0"/>
                    <a:pt x="333565" y="4667"/>
                    <a:pt x="267938" y="4667"/>
                  </a:cubicBezTo>
                  <a:cubicBezTo>
                    <a:pt x="200406" y="4667"/>
                    <a:pt x="0" y="0"/>
                    <a:pt x="0" y="0"/>
                  </a:cubicBezTo>
                  <a:lnTo>
                    <a:pt x="0" y="74771"/>
                  </a:lnTo>
                  <a:lnTo>
                    <a:pt x="10192" y="74771"/>
                  </a:lnTo>
                  <a:cubicBezTo>
                    <a:pt x="65246" y="74771"/>
                    <a:pt x="133731" y="74771"/>
                    <a:pt x="154400" y="128968"/>
                  </a:cubicBezTo>
                  <a:cubicBezTo>
                    <a:pt x="171640" y="175450"/>
                    <a:pt x="171640" y="307086"/>
                    <a:pt x="171640" y="363188"/>
                  </a:cubicBezTo>
                  <a:lnTo>
                    <a:pt x="171640" y="841153"/>
                  </a:lnTo>
                  <a:cubicBezTo>
                    <a:pt x="171640" y="897350"/>
                    <a:pt x="171640" y="1028890"/>
                    <a:pt x="154496" y="1075373"/>
                  </a:cubicBezTo>
                  <a:cubicBezTo>
                    <a:pt x="133731" y="1129569"/>
                    <a:pt x="65246" y="1129569"/>
                    <a:pt x="10192" y="1129569"/>
                  </a:cubicBezTo>
                  <a:lnTo>
                    <a:pt x="0" y="1129569"/>
                  </a:lnTo>
                  <a:lnTo>
                    <a:pt x="0" y="1204531"/>
                  </a:lnTo>
                  <a:cubicBezTo>
                    <a:pt x="0" y="1204341"/>
                    <a:pt x="173260" y="1197102"/>
                    <a:pt x="268224" y="1197102"/>
                  </a:cubicBezTo>
                  <a:cubicBezTo>
                    <a:pt x="377476" y="1197102"/>
                    <a:pt x="547878" y="1204531"/>
                    <a:pt x="547878" y="1204531"/>
                  </a:cubicBezTo>
                  <a:lnTo>
                    <a:pt x="547878" y="1129569"/>
                  </a:lnTo>
                  <a:lnTo>
                    <a:pt x="537686" y="1129569"/>
                  </a:lnTo>
                  <a:cubicBezTo>
                    <a:pt x="482727" y="1129569"/>
                    <a:pt x="414242" y="1129569"/>
                    <a:pt x="393478" y="1075468"/>
                  </a:cubicBezTo>
                  <a:cubicBezTo>
                    <a:pt x="376333" y="1028890"/>
                    <a:pt x="376333" y="897350"/>
                    <a:pt x="376333" y="841153"/>
                  </a:cubicBezTo>
                  <a:lnTo>
                    <a:pt x="376333" y="363188"/>
                  </a:lnTo>
                  <a:cubicBezTo>
                    <a:pt x="376333" y="307086"/>
                    <a:pt x="376333" y="175450"/>
                    <a:pt x="393478" y="12906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A32339A-C4C6-61D7-FA6F-0BD3E87064D4}"/>
                </a:ext>
              </a:extLst>
            </p:cNvPr>
            <p:cNvSpPr/>
            <p:nvPr/>
          </p:nvSpPr>
          <p:spPr>
            <a:xfrm>
              <a:off x="4792185" y="3419283"/>
              <a:ext cx="1126902" cy="1204245"/>
            </a:xfrm>
            <a:custGeom>
              <a:avLst/>
              <a:gdLst>
                <a:gd name="connsiteX0" fmla="*/ 0 w 1126902"/>
                <a:gd name="connsiteY0" fmla="*/ 0 h 1204245"/>
                <a:gd name="connsiteX1" fmla="*/ 0 w 1126902"/>
                <a:gd name="connsiteY1" fmla="*/ 312420 h 1204245"/>
                <a:gd name="connsiteX2" fmla="*/ 74295 w 1126902"/>
                <a:gd name="connsiteY2" fmla="*/ 312420 h 1204245"/>
                <a:gd name="connsiteX3" fmla="*/ 74581 w 1126902"/>
                <a:gd name="connsiteY3" fmla="*/ 302609 h 1204245"/>
                <a:gd name="connsiteX4" fmla="*/ 334328 w 1126902"/>
                <a:gd name="connsiteY4" fmla="*/ 90773 h 1204245"/>
                <a:gd name="connsiteX5" fmla="*/ 352330 w 1126902"/>
                <a:gd name="connsiteY5" fmla="*/ 90678 h 1204245"/>
                <a:gd name="connsiteX6" fmla="*/ 453200 w 1126902"/>
                <a:gd name="connsiteY6" fmla="*/ 106204 h 1204245"/>
                <a:gd name="connsiteX7" fmla="*/ 461201 w 1126902"/>
                <a:gd name="connsiteY7" fmla="*/ 128873 h 1204245"/>
                <a:gd name="connsiteX8" fmla="*/ 461201 w 1126902"/>
                <a:gd name="connsiteY8" fmla="*/ 950119 h 1204245"/>
                <a:gd name="connsiteX9" fmla="*/ 272510 w 1126902"/>
                <a:gd name="connsiteY9" fmla="*/ 1129475 h 1204245"/>
                <a:gd name="connsiteX10" fmla="*/ 262700 w 1126902"/>
                <a:gd name="connsiteY10" fmla="*/ 1129856 h 1204245"/>
                <a:gd name="connsiteX11" fmla="*/ 262700 w 1126902"/>
                <a:gd name="connsiteY11" fmla="*/ 1204246 h 1204245"/>
                <a:gd name="connsiteX12" fmla="*/ 578548 w 1126902"/>
                <a:gd name="connsiteY12" fmla="*/ 1196911 h 1204245"/>
                <a:gd name="connsiteX13" fmla="*/ 864203 w 1126902"/>
                <a:gd name="connsiteY13" fmla="*/ 1204246 h 1204245"/>
                <a:gd name="connsiteX14" fmla="*/ 864203 w 1126902"/>
                <a:gd name="connsiteY14" fmla="*/ 1129856 h 1204245"/>
                <a:gd name="connsiteX15" fmla="*/ 854393 w 1126902"/>
                <a:gd name="connsiteY15" fmla="*/ 1129475 h 1204245"/>
                <a:gd name="connsiteX16" fmla="*/ 665702 w 1126902"/>
                <a:gd name="connsiteY16" fmla="*/ 950119 h 1204245"/>
                <a:gd name="connsiteX17" fmla="*/ 665702 w 1126902"/>
                <a:gd name="connsiteY17" fmla="*/ 128873 h 1204245"/>
                <a:gd name="connsiteX18" fmla="*/ 673608 w 1126902"/>
                <a:gd name="connsiteY18" fmla="*/ 108490 h 1204245"/>
                <a:gd name="connsiteX19" fmla="*/ 791718 w 1126902"/>
                <a:gd name="connsiteY19" fmla="*/ 90488 h 1204245"/>
                <a:gd name="connsiteX20" fmla="*/ 815912 w 1126902"/>
                <a:gd name="connsiteY20" fmla="*/ 90773 h 1204245"/>
                <a:gd name="connsiteX21" fmla="*/ 1052513 w 1126902"/>
                <a:gd name="connsiteY21" fmla="*/ 302895 h 1204245"/>
                <a:gd name="connsiteX22" fmla="*/ 1053084 w 1126902"/>
                <a:gd name="connsiteY22" fmla="*/ 312420 h 1204245"/>
                <a:gd name="connsiteX23" fmla="*/ 1126903 w 1126902"/>
                <a:gd name="connsiteY23" fmla="*/ 312420 h 1204245"/>
                <a:gd name="connsiteX24" fmla="*/ 1126903 w 1126902"/>
                <a:gd name="connsiteY24" fmla="*/ 0 h 1204245"/>
                <a:gd name="connsiteX25" fmla="*/ 563404 w 1126902"/>
                <a:gd name="connsiteY25" fmla="*/ 2857 h 1204245"/>
                <a:gd name="connsiteX26" fmla="*/ 0 w 1126902"/>
                <a:gd name="connsiteY26" fmla="*/ 0 h 120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26902" h="1204245">
                  <a:moveTo>
                    <a:pt x="0" y="0"/>
                  </a:moveTo>
                  <a:lnTo>
                    <a:pt x="0" y="312420"/>
                  </a:lnTo>
                  <a:lnTo>
                    <a:pt x="74295" y="312420"/>
                  </a:lnTo>
                  <a:lnTo>
                    <a:pt x="74581" y="302609"/>
                  </a:lnTo>
                  <a:cubicBezTo>
                    <a:pt x="81344" y="99346"/>
                    <a:pt x="159163" y="90773"/>
                    <a:pt x="334328" y="90773"/>
                  </a:cubicBezTo>
                  <a:cubicBezTo>
                    <a:pt x="340328" y="90773"/>
                    <a:pt x="346424" y="90773"/>
                    <a:pt x="352330" y="90678"/>
                  </a:cubicBezTo>
                  <a:cubicBezTo>
                    <a:pt x="395859" y="90392"/>
                    <a:pt x="437007" y="90106"/>
                    <a:pt x="453200" y="106204"/>
                  </a:cubicBezTo>
                  <a:cubicBezTo>
                    <a:pt x="458629" y="111538"/>
                    <a:pt x="461201" y="118967"/>
                    <a:pt x="461201" y="128873"/>
                  </a:cubicBezTo>
                  <a:lnTo>
                    <a:pt x="461201" y="950119"/>
                  </a:lnTo>
                  <a:cubicBezTo>
                    <a:pt x="461201" y="1072039"/>
                    <a:pt x="444151" y="1122426"/>
                    <a:pt x="272510" y="1129475"/>
                  </a:cubicBezTo>
                  <a:lnTo>
                    <a:pt x="262700" y="1129856"/>
                  </a:lnTo>
                  <a:lnTo>
                    <a:pt x="262700" y="1204246"/>
                  </a:lnTo>
                  <a:cubicBezTo>
                    <a:pt x="262700" y="1204246"/>
                    <a:pt x="462725" y="1196911"/>
                    <a:pt x="578548" y="1196911"/>
                  </a:cubicBezTo>
                  <a:cubicBezTo>
                    <a:pt x="666941" y="1196911"/>
                    <a:pt x="864203" y="1204246"/>
                    <a:pt x="864203" y="1204246"/>
                  </a:cubicBezTo>
                  <a:lnTo>
                    <a:pt x="864203" y="1129856"/>
                  </a:lnTo>
                  <a:lnTo>
                    <a:pt x="854393" y="1129475"/>
                  </a:lnTo>
                  <a:cubicBezTo>
                    <a:pt x="682752" y="1122426"/>
                    <a:pt x="665702" y="1072039"/>
                    <a:pt x="665702" y="950119"/>
                  </a:cubicBezTo>
                  <a:lnTo>
                    <a:pt x="665702" y="128873"/>
                  </a:lnTo>
                  <a:cubicBezTo>
                    <a:pt x="665702" y="120396"/>
                    <a:pt x="668369" y="113729"/>
                    <a:pt x="673608" y="108490"/>
                  </a:cubicBezTo>
                  <a:cubicBezTo>
                    <a:pt x="693420" y="89059"/>
                    <a:pt x="747903" y="89821"/>
                    <a:pt x="791718" y="90488"/>
                  </a:cubicBezTo>
                  <a:cubicBezTo>
                    <a:pt x="800005" y="90583"/>
                    <a:pt x="808196" y="90773"/>
                    <a:pt x="815912" y="90773"/>
                  </a:cubicBezTo>
                  <a:cubicBezTo>
                    <a:pt x="987267" y="90773"/>
                    <a:pt x="1042511" y="140303"/>
                    <a:pt x="1052513" y="302895"/>
                  </a:cubicBezTo>
                  <a:lnTo>
                    <a:pt x="1053084" y="312420"/>
                  </a:lnTo>
                  <a:lnTo>
                    <a:pt x="1126903" y="312420"/>
                  </a:lnTo>
                  <a:lnTo>
                    <a:pt x="1126903" y="0"/>
                  </a:lnTo>
                  <a:cubicBezTo>
                    <a:pt x="1126903" y="0"/>
                    <a:pt x="694468" y="2857"/>
                    <a:pt x="563404" y="2857"/>
                  </a:cubicBezTo>
                  <a:cubicBezTo>
                    <a:pt x="432340" y="2857"/>
                    <a:pt x="0" y="0"/>
                    <a:pt x="0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E767C66-0B73-5220-D503-FE895FB3A262}"/>
                </a:ext>
              </a:extLst>
            </p:cNvPr>
            <p:cNvSpPr/>
            <p:nvPr/>
          </p:nvSpPr>
          <p:spPr>
            <a:xfrm>
              <a:off x="2728880" y="3418045"/>
              <a:ext cx="1195101" cy="1204626"/>
            </a:xfrm>
            <a:custGeom>
              <a:avLst/>
              <a:gdLst>
                <a:gd name="connsiteX0" fmla="*/ 372618 w 1195101"/>
                <a:gd name="connsiteY0" fmla="*/ 571786 h 1204626"/>
                <a:gd name="connsiteX1" fmla="*/ 372523 w 1195101"/>
                <a:gd name="connsiteY1" fmla="*/ 134303 h 1204626"/>
                <a:gd name="connsiteX2" fmla="*/ 386239 w 1195101"/>
                <a:gd name="connsiteY2" fmla="*/ 86487 h 1204626"/>
                <a:gd name="connsiteX3" fmla="*/ 498348 w 1195101"/>
                <a:gd name="connsiteY3" fmla="*/ 85630 h 1204626"/>
                <a:gd name="connsiteX4" fmla="*/ 738473 w 1195101"/>
                <a:gd name="connsiteY4" fmla="*/ 330518 h 1204626"/>
                <a:gd name="connsiteX5" fmla="*/ 640747 w 1195101"/>
                <a:gd name="connsiteY5" fmla="*/ 541687 h 1204626"/>
                <a:gd name="connsiteX6" fmla="*/ 372618 w 1195101"/>
                <a:gd name="connsiteY6" fmla="*/ 571786 h 1204626"/>
                <a:gd name="connsiteX7" fmla="*/ 1186529 w 1195101"/>
                <a:gd name="connsiteY7" fmla="*/ 1129760 h 1204626"/>
                <a:gd name="connsiteX8" fmla="*/ 1017461 w 1195101"/>
                <a:gd name="connsiteY8" fmla="*/ 1040702 h 1204626"/>
                <a:gd name="connsiteX9" fmla="*/ 661797 w 1195101"/>
                <a:gd name="connsiteY9" fmla="*/ 632460 h 1204626"/>
                <a:gd name="connsiteX10" fmla="*/ 964597 w 1195101"/>
                <a:gd name="connsiteY10" fmla="*/ 305371 h 1204626"/>
                <a:gd name="connsiteX11" fmla="*/ 831056 w 1195101"/>
                <a:gd name="connsiteY11" fmla="*/ 55816 h 1204626"/>
                <a:gd name="connsiteX12" fmla="*/ 544639 w 1195101"/>
                <a:gd name="connsiteY12" fmla="*/ 190 h 1204626"/>
                <a:gd name="connsiteX13" fmla="*/ 317468 w 1195101"/>
                <a:gd name="connsiteY13" fmla="*/ 4191 h 1204626"/>
                <a:gd name="connsiteX14" fmla="*/ 191 w 1195101"/>
                <a:gd name="connsiteY14" fmla="*/ 0 h 1204626"/>
                <a:gd name="connsiteX15" fmla="*/ 191 w 1195101"/>
                <a:gd name="connsiteY15" fmla="*/ 74866 h 1204626"/>
                <a:gd name="connsiteX16" fmla="*/ 15050 w 1195101"/>
                <a:gd name="connsiteY16" fmla="*/ 74866 h 1204626"/>
                <a:gd name="connsiteX17" fmla="*/ 152781 w 1195101"/>
                <a:gd name="connsiteY17" fmla="*/ 128683 h 1204626"/>
                <a:gd name="connsiteX18" fmla="*/ 168307 w 1195101"/>
                <a:gd name="connsiteY18" fmla="*/ 350139 h 1204626"/>
                <a:gd name="connsiteX19" fmla="*/ 168307 w 1195101"/>
                <a:gd name="connsiteY19" fmla="*/ 841248 h 1204626"/>
                <a:gd name="connsiteX20" fmla="*/ 161068 w 1195101"/>
                <a:gd name="connsiteY20" fmla="*/ 1034129 h 1204626"/>
                <a:gd name="connsiteX21" fmla="*/ 152686 w 1195101"/>
                <a:gd name="connsiteY21" fmla="*/ 1075944 h 1204626"/>
                <a:gd name="connsiteX22" fmla="*/ 10382 w 1195101"/>
                <a:gd name="connsiteY22" fmla="*/ 1129665 h 1204626"/>
                <a:gd name="connsiteX23" fmla="*/ 0 w 1195101"/>
                <a:gd name="connsiteY23" fmla="*/ 1129665 h 1204626"/>
                <a:gd name="connsiteX24" fmla="*/ 0 w 1195101"/>
                <a:gd name="connsiteY24" fmla="*/ 1204532 h 1204626"/>
                <a:gd name="connsiteX25" fmla="*/ 278225 w 1195101"/>
                <a:gd name="connsiteY25" fmla="*/ 1197102 h 1204626"/>
                <a:gd name="connsiteX26" fmla="*/ 540734 w 1195101"/>
                <a:gd name="connsiteY26" fmla="*/ 1204532 h 1204626"/>
                <a:gd name="connsiteX27" fmla="*/ 540734 w 1195101"/>
                <a:gd name="connsiteY27" fmla="*/ 1129665 h 1204626"/>
                <a:gd name="connsiteX28" fmla="*/ 525971 w 1195101"/>
                <a:gd name="connsiteY28" fmla="*/ 1129665 h 1204626"/>
                <a:gd name="connsiteX29" fmla="*/ 388239 w 1195101"/>
                <a:gd name="connsiteY29" fmla="*/ 1075754 h 1204626"/>
                <a:gd name="connsiteX30" fmla="*/ 379857 w 1195101"/>
                <a:gd name="connsiteY30" fmla="*/ 1034034 h 1204626"/>
                <a:gd name="connsiteX31" fmla="*/ 372618 w 1195101"/>
                <a:gd name="connsiteY31" fmla="*/ 854297 h 1204626"/>
                <a:gd name="connsiteX32" fmla="*/ 372618 w 1195101"/>
                <a:gd name="connsiteY32" fmla="*/ 653510 h 1204626"/>
                <a:gd name="connsiteX33" fmla="*/ 479107 w 1195101"/>
                <a:gd name="connsiteY33" fmla="*/ 702469 h 1204626"/>
                <a:gd name="connsiteX34" fmla="*/ 501110 w 1195101"/>
                <a:gd name="connsiteY34" fmla="*/ 728472 h 1204626"/>
                <a:gd name="connsiteX35" fmla="*/ 797909 w 1195101"/>
                <a:gd name="connsiteY35" fmla="*/ 1096804 h 1204626"/>
                <a:gd name="connsiteX36" fmla="*/ 885158 w 1195101"/>
                <a:gd name="connsiteY36" fmla="*/ 1204532 h 1204626"/>
                <a:gd name="connsiteX37" fmla="*/ 1027366 w 1195101"/>
                <a:gd name="connsiteY37" fmla="*/ 1200436 h 1204626"/>
                <a:gd name="connsiteX38" fmla="*/ 1195102 w 1195101"/>
                <a:gd name="connsiteY38" fmla="*/ 1204627 h 1204626"/>
                <a:gd name="connsiteX39" fmla="*/ 1195102 w 1195101"/>
                <a:gd name="connsiteY39" fmla="*/ 1131094 h 1204626"/>
                <a:gd name="connsiteX40" fmla="*/ 1186529 w 1195101"/>
                <a:gd name="connsiteY40" fmla="*/ 1129760 h 1204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195101" h="1204626">
                  <a:moveTo>
                    <a:pt x="372618" y="571786"/>
                  </a:moveTo>
                  <a:cubicBezTo>
                    <a:pt x="372618" y="571786"/>
                    <a:pt x="372618" y="136874"/>
                    <a:pt x="372523" y="134303"/>
                  </a:cubicBezTo>
                  <a:cubicBezTo>
                    <a:pt x="372237" y="116967"/>
                    <a:pt x="371761" y="93250"/>
                    <a:pt x="386239" y="86487"/>
                  </a:cubicBezTo>
                  <a:cubicBezTo>
                    <a:pt x="396240" y="82105"/>
                    <a:pt x="493014" y="85630"/>
                    <a:pt x="498348" y="85630"/>
                  </a:cubicBezTo>
                  <a:cubicBezTo>
                    <a:pt x="650938" y="85630"/>
                    <a:pt x="738473" y="174974"/>
                    <a:pt x="738473" y="330518"/>
                  </a:cubicBezTo>
                  <a:cubicBezTo>
                    <a:pt x="738473" y="443960"/>
                    <a:pt x="708374" y="509016"/>
                    <a:pt x="640747" y="541687"/>
                  </a:cubicBezTo>
                  <a:cubicBezTo>
                    <a:pt x="577691" y="571976"/>
                    <a:pt x="372618" y="571786"/>
                    <a:pt x="372618" y="571786"/>
                  </a:cubicBezTo>
                  <a:moveTo>
                    <a:pt x="1186529" y="1129760"/>
                  </a:moveTo>
                  <a:cubicBezTo>
                    <a:pt x="1100138" y="1116235"/>
                    <a:pt x="1074134" y="1106424"/>
                    <a:pt x="1017461" y="1040702"/>
                  </a:cubicBezTo>
                  <a:lnTo>
                    <a:pt x="661797" y="632460"/>
                  </a:lnTo>
                  <a:cubicBezTo>
                    <a:pt x="849059" y="608076"/>
                    <a:pt x="964597" y="484251"/>
                    <a:pt x="964597" y="305371"/>
                  </a:cubicBezTo>
                  <a:cubicBezTo>
                    <a:pt x="964597" y="188976"/>
                    <a:pt x="919544" y="105061"/>
                    <a:pt x="831056" y="55816"/>
                  </a:cubicBezTo>
                  <a:cubicBezTo>
                    <a:pt x="763619" y="18383"/>
                    <a:pt x="670084" y="190"/>
                    <a:pt x="544639" y="190"/>
                  </a:cubicBezTo>
                  <a:cubicBezTo>
                    <a:pt x="507206" y="1143"/>
                    <a:pt x="416909" y="4191"/>
                    <a:pt x="317468" y="4191"/>
                  </a:cubicBezTo>
                  <a:cubicBezTo>
                    <a:pt x="214313" y="4191"/>
                    <a:pt x="191" y="0"/>
                    <a:pt x="191" y="0"/>
                  </a:cubicBezTo>
                  <a:lnTo>
                    <a:pt x="191" y="74866"/>
                  </a:lnTo>
                  <a:lnTo>
                    <a:pt x="15050" y="74866"/>
                  </a:lnTo>
                  <a:cubicBezTo>
                    <a:pt x="71818" y="74486"/>
                    <a:pt x="135731" y="74771"/>
                    <a:pt x="152781" y="128683"/>
                  </a:cubicBezTo>
                  <a:cubicBezTo>
                    <a:pt x="168307" y="175355"/>
                    <a:pt x="168307" y="306896"/>
                    <a:pt x="168307" y="350139"/>
                  </a:cubicBezTo>
                  <a:lnTo>
                    <a:pt x="168307" y="841248"/>
                  </a:lnTo>
                  <a:cubicBezTo>
                    <a:pt x="168307" y="895445"/>
                    <a:pt x="168307" y="977837"/>
                    <a:pt x="161068" y="1034129"/>
                  </a:cubicBezTo>
                  <a:cubicBezTo>
                    <a:pt x="158972" y="1050798"/>
                    <a:pt x="156210" y="1065276"/>
                    <a:pt x="152686" y="1075944"/>
                  </a:cubicBezTo>
                  <a:cubicBezTo>
                    <a:pt x="135350" y="1129665"/>
                    <a:pt x="66104" y="1129665"/>
                    <a:pt x="10382" y="1129665"/>
                  </a:cubicBezTo>
                  <a:lnTo>
                    <a:pt x="0" y="1129665"/>
                  </a:lnTo>
                  <a:lnTo>
                    <a:pt x="0" y="1204532"/>
                  </a:lnTo>
                  <a:cubicBezTo>
                    <a:pt x="0" y="1204532"/>
                    <a:pt x="166783" y="1197102"/>
                    <a:pt x="278225" y="1197102"/>
                  </a:cubicBezTo>
                  <a:cubicBezTo>
                    <a:pt x="374047" y="1197102"/>
                    <a:pt x="540734" y="1204246"/>
                    <a:pt x="540734" y="1204532"/>
                  </a:cubicBezTo>
                  <a:lnTo>
                    <a:pt x="540734" y="1129665"/>
                  </a:lnTo>
                  <a:lnTo>
                    <a:pt x="525971" y="1129665"/>
                  </a:lnTo>
                  <a:cubicBezTo>
                    <a:pt x="470059" y="1129951"/>
                    <a:pt x="406813" y="1129760"/>
                    <a:pt x="388239" y="1075754"/>
                  </a:cubicBezTo>
                  <a:cubicBezTo>
                    <a:pt x="384620" y="1065086"/>
                    <a:pt x="381953" y="1050607"/>
                    <a:pt x="379857" y="1034034"/>
                  </a:cubicBezTo>
                  <a:cubicBezTo>
                    <a:pt x="372618" y="978122"/>
                    <a:pt x="372618" y="898017"/>
                    <a:pt x="372618" y="854297"/>
                  </a:cubicBezTo>
                  <a:lnTo>
                    <a:pt x="372618" y="653510"/>
                  </a:lnTo>
                  <a:cubicBezTo>
                    <a:pt x="439198" y="654082"/>
                    <a:pt x="444913" y="661035"/>
                    <a:pt x="479107" y="702469"/>
                  </a:cubicBezTo>
                  <a:cubicBezTo>
                    <a:pt x="485489" y="710089"/>
                    <a:pt x="492728" y="718756"/>
                    <a:pt x="501110" y="728472"/>
                  </a:cubicBezTo>
                  <a:lnTo>
                    <a:pt x="797909" y="1096804"/>
                  </a:lnTo>
                  <a:lnTo>
                    <a:pt x="885158" y="1204532"/>
                  </a:lnTo>
                  <a:cubicBezTo>
                    <a:pt x="885158" y="1204532"/>
                    <a:pt x="980885" y="1200436"/>
                    <a:pt x="1027366" y="1200436"/>
                  </a:cubicBezTo>
                  <a:cubicBezTo>
                    <a:pt x="1094994" y="1200436"/>
                    <a:pt x="1195102" y="1204627"/>
                    <a:pt x="1195102" y="1204627"/>
                  </a:cubicBezTo>
                  <a:lnTo>
                    <a:pt x="1195102" y="1131094"/>
                  </a:lnTo>
                  <a:lnTo>
                    <a:pt x="1186529" y="11297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2638857-694C-2D18-5249-D368F1E1B8C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-25060" y="0"/>
            <a:ext cx="12301498" cy="69130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BFB3B05A-A85C-1D3A-12E4-469C824D99DC}"/>
              </a:ext>
            </a:extLst>
          </p:cNvPr>
          <p:cNvSpPr txBox="1">
            <a:spLocks/>
          </p:cNvSpPr>
          <p:nvPr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EA871D-911A-872B-BB28-2DD020546BB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BA4D79-7B90-FA7D-6E60-0FABA483EEA1}"/>
              </a:ext>
            </a:extLst>
          </p:cNvPr>
          <p:cNvSpPr/>
          <p:nvPr userDrawn="1"/>
        </p:nvSpPr>
        <p:spPr>
          <a:xfrm>
            <a:off x="0" y="6229868"/>
            <a:ext cx="12192000" cy="628131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A1EF7-0D07-9FDA-B23D-2E9A47FEA5ED}"/>
              </a:ext>
            </a:extLst>
          </p:cNvPr>
          <p:cNvSpPr txBox="1"/>
          <p:nvPr userDrawn="1"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977B2A2-AA1F-433A-ECF9-2817BAF6D3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B9A2E13-2BD7-5273-1CE6-EAA8A3C5B9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50E254-5A7C-B588-357C-A579D785DB4B}"/>
              </a:ext>
            </a:extLst>
          </p:cNvPr>
          <p:cNvSpPr txBox="1">
            <a:spLocks/>
          </p:cNvSpPr>
          <p:nvPr userDrawn="1"/>
        </p:nvSpPr>
        <p:spPr>
          <a:xfrm>
            <a:off x="152400" y="56642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05176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2" grpId="0"/>
      <p:bldP spid="22" grpId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hotos Head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7E8304-128C-09EE-5528-B63BF8F0C889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A38999-7B71-0CD7-F253-DB996AA3C70D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8BFD1-E6FF-47D7-72FA-BB1A3B932BE9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E75A2D-5332-A0F9-45F2-1140CF6570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B03AC660-24DF-FD68-3B1E-272178BF49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6867" y="270163"/>
            <a:ext cx="5734242" cy="56526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8DFB79F-5F0C-4A8E-7949-7A3D3813DBE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2085" y="269868"/>
            <a:ext cx="5741726" cy="5652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F2DDEB-A7E4-AC8B-BE6F-47F1B10371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0EE6589C-632D-C3BD-E3EC-EE6DCEF68B55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45415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Text Boxes Header Bottom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7E8304-128C-09EE-5528-B63BF8F0C889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A38999-7B71-0CD7-F253-DB996AA3C70D}"/>
              </a:ext>
            </a:extLst>
          </p:cNvPr>
          <p:cNvSpPr/>
          <p:nvPr/>
        </p:nvSpPr>
        <p:spPr>
          <a:xfrm>
            <a:off x="0" y="6218252"/>
            <a:ext cx="12276438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8BFD1-E6FF-47D7-72FA-BB1A3B932BE9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E75A2D-5332-A0F9-45F2-1140CF6570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2E8E6C-9841-B57E-A84E-559B4F39C8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42A6AE54-61E3-6239-3229-5CC354CFF2A2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286484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Text Boxes Bottom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7E8304-128C-09EE-5528-B63BF8F0C889}"/>
              </a:ext>
            </a:extLst>
          </p:cNvPr>
          <p:cNvSpPr/>
          <p:nvPr/>
        </p:nvSpPr>
        <p:spPr>
          <a:xfrm>
            <a:off x="-290086" y="-45590"/>
            <a:ext cx="1529393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8BFD1-E6FF-47D7-72FA-BB1A3B932BE9}"/>
              </a:ext>
            </a:extLst>
          </p:cNvPr>
          <p:cNvSpPr txBox="1"/>
          <p:nvPr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E75A2D-5332-A0F9-45F2-1140CF6570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grpSp>
        <p:nvGrpSpPr>
          <p:cNvPr id="7" name="Graphic 22">
            <a:extLst>
              <a:ext uri="{FF2B5EF4-FFF2-40B4-BE49-F238E27FC236}">
                <a16:creationId xmlns:a16="http://schemas.microsoft.com/office/drawing/2014/main" id="{255A1C73-DD36-4DA3-4295-5A12DF67E567}"/>
              </a:ext>
            </a:extLst>
          </p:cNvPr>
          <p:cNvGrpSpPr/>
          <p:nvPr/>
        </p:nvGrpSpPr>
        <p:grpSpPr>
          <a:xfrm>
            <a:off x="202133" y="6414020"/>
            <a:ext cx="798764" cy="301829"/>
            <a:chOff x="2728880" y="3418045"/>
            <a:chExt cx="3190208" cy="1205483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9B668ED-E9F8-931F-D372-0B41A91BEDA8}"/>
                </a:ext>
              </a:extLst>
            </p:cNvPr>
            <p:cNvSpPr/>
            <p:nvPr/>
          </p:nvSpPr>
          <p:spPr>
            <a:xfrm>
              <a:off x="4081525" y="3418140"/>
              <a:ext cx="547877" cy="1204531"/>
            </a:xfrm>
            <a:custGeom>
              <a:avLst/>
              <a:gdLst>
                <a:gd name="connsiteX0" fmla="*/ 393478 w 547877"/>
                <a:gd name="connsiteY0" fmla="*/ 129064 h 1204531"/>
                <a:gd name="connsiteX1" fmla="*/ 537686 w 547877"/>
                <a:gd name="connsiteY1" fmla="*/ 74771 h 1204531"/>
                <a:gd name="connsiteX2" fmla="*/ 547878 w 547877"/>
                <a:gd name="connsiteY2" fmla="*/ 74771 h 1204531"/>
                <a:gd name="connsiteX3" fmla="*/ 547878 w 547877"/>
                <a:gd name="connsiteY3" fmla="*/ 0 h 1204531"/>
                <a:gd name="connsiteX4" fmla="*/ 267938 w 547877"/>
                <a:gd name="connsiteY4" fmla="*/ 4667 h 1204531"/>
                <a:gd name="connsiteX5" fmla="*/ 0 w 547877"/>
                <a:gd name="connsiteY5" fmla="*/ 0 h 1204531"/>
                <a:gd name="connsiteX6" fmla="*/ 0 w 547877"/>
                <a:gd name="connsiteY6" fmla="*/ 74771 h 1204531"/>
                <a:gd name="connsiteX7" fmla="*/ 10192 w 547877"/>
                <a:gd name="connsiteY7" fmla="*/ 74771 h 1204531"/>
                <a:gd name="connsiteX8" fmla="*/ 154400 w 547877"/>
                <a:gd name="connsiteY8" fmla="*/ 128968 h 1204531"/>
                <a:gd name="connsiteX9" fmla="*/ 171640 w 547877"/>
                <a:gd name="connsiteY9" fmla="*/ 363188 h 1204531"/>
                <a:gd name="connsiteX10" fmla="*/ 171640 w 547877"/>
                <a:gd name="connsiteY10" fmla="*/ 841153 h 1204531"/>
                <a:gd name="connsiteX11" fmla="*/ 154496 w 547877"/>
                <a:gd name="connsiteY11" fmla="*/ 1075373 h 1204531"/>
                <a:gd name="connsiteX12" fmla="*/ 10192 w 547877"/>
                <a:gd name="connsiteY12" fmla="*/ 1129569 h 1204531"/>
                <a:gd name="connsiteX13" fmla="*/ 0 w 547877"/>
                <a:gd name="connsiteY13" fmla="*/ 1129569 h 1204531"/>
                <a:gd name="connsiteX14" fmla="*/ 0 w 547877"/>
                <a:gd name="connsiteY14" fmla="*/ 1204531 h 1204531"/>
                <a:gd name="connsiteX15" fmla="*/ 268224 w 547877"/>
                <a:gd name="connsiteY15" fmla="*/ 1197102 h 1204531"/>
                <a:gd name="connsiteX16" fmla="*/ 547878 w 547877"/>
                <a:gd name="connsiteY16" fmla="*/ 1204531 h 1204531"/>
                <a:gd name="connsiteX17" fmla="*/ 547878 w 547877"/>
                <a:gd name="connsiteY17" fmla="*/ 1129569 h 1204531"/>
                <a:gd name="connsiteX18" fmla="*/ 537686 w 547877"/>
                <a:gd name="connsiteY18" fmla="*/ 1129569 h 1204531"/>
                <a:gd name="connsiteX19" fmla="*/ 393478 w 547877"/>
                <a:gd name="connsiteY19" fmla="*/ 1075468 h 1204531"/>
                <a:gd name="connsiteX20" fmla="*/ 376333 w 547877"/>
                <a:gd name="connsiteY20" fmla="*/ 841153 h 1204531"/>
                <a:gd name="connsiteX21" fmla="*/ 376333 w 547877"/>
                <a:gd name="connsiteY21" fmla="*/ 363188 h 1204531"/>
                <a:gd name="connsiteX22" fmla="*/ 393478 w 547877"/>
                <a:gd name="connsiteY22" fmla="*/ 129064 h 120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7877" h="1204531">
                  <a:moveTo>
                    <a:pt x="393478" y="129064"/>
                  </a:moveTo>
                  <a:cubicBezTo>
                    <a:pt x="414242" y="74771"/>
                    <a:pt x="482727" y="74771"/>
                    <a:pt x="537686" y="74771"/>
                  </a:cubicBezTo>
                  <a:lnTo>
                    <a:pt x="547878" y="74771"/>
                  </a:lnTo>
                  <a:lnTo>
                    <a:pt x="547878" y="0"/>
                  </a:lnTo>
                  <a:cubicBezTo>
                    <a:pt x="547878" y="0"/>
                    <a:pt x="333565" y="4667"/>
                    <a:pt x="267938" y="4667"/>
                  </a:cubicBezTo>
                  <a:cubicBezTo>
                    <a:pt x="200406" y="4667"/>
                    <a:pt x="0" y="0"/>
                    <a:pt x="0" y="0"/>
                  </a:cubicBezTo>
                  <a:lnTo>
                    <a:pt x="0" y="74771"/>
                  </a:lnTo>
                  <a:lnTo>
                    <a:pt x="10192" y="74771"/>
                  </a:lnTo>
                  <a:cubicBezTo>
                    <a:pt x="65246" y="74771"/>
                    <a:pt x="133731" y="74771"/>
                    <a:pt x="154400" y="128968"/>
                  </a:cubicBezTo>
                  <a:cubicBezTo>
                    <a:pt x="171640" y="175450"/>
                    <a:pt x="171640" y="307086"/>
                    <a:pt x="171640" y="363188"/>
                  </a:cubicBezTo>
                  <a:lnTo>
                    <a:pt x="171640" y="841153"/>
                  </a:lnTo>
                  <a:cubicBezTo>
                    <a:pt x="171640" y="897350"/>
                    <a:pt x="171640" y="1028890"/>
                    <a:pt x="154496" y="1075373"/>
                  </a:cubicBezTo>
                  <a:cubicBezTo>
                    <a:pt x="133731" y="1129569"/>
                    <a:pt x="65246" y="1129569"/>
                    <a:pt x="10192" y="1129569"/>
                  </a:cubicBezTo>
                  <a:lnTo>
                    <a:pt x="0" y="1129569"/>
                  </a:lnTo>
                  <a:lnTo>
                    <a:pt x="0" y="1204531"/>
                  </a:lnTo>
                  <a:cubicBezTo>
                    <a:pt x="0" y="1204341"/>
                    <a:pt x="173260" y="1197102"/>
                    <a:pt x="268224" y="1197102"/>
                  </a:cubicBezTo>
                  <a:cubicBezTo>
                    <a:pt x="377476" y="1197102"/>
                    <a:pt x="547878" y="1204531"/>
                    <a:pt x="547878" y="1204531"/>
                  </a:cubicBezTo>
                  <a:lnTo>
                    <a:pt x="547878" y="1129569"/>
                  </a:lnTo>
                  <a:lnTo>
                    <a:pt x="537686" y="1129569"/>
                  </a:lnTo>
                  <a:cubicBezTo>
                    <a:pt x="482727" y="1129569"/>
                    <a:pt x="414242" y="1129569"/>
                    <a:pt x="393478" y="1075468"/>
                  </a:cubicBezTo>
                  <a:cubicBezTo>
                    <a:pt x="376333" y="1028890"/>
                    <a:pt x="376333" y="897350"/>
                    <a:pt x="376333" y="841153"/>
                  </a:cubicBezTo>
                  <a:lnTo>
                    <a:pt x="376333" y="363188"/>
                  </a:lnTo>
                  <a:cubicBezTo>
                    <a:pt x="376333" y="307086"/>
                    <a:pt x="376333" y="175450"/>
                    <a:pt x="393478" y="12906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E5EBCCB-7A9F-121B-F000-4562529E2B53}"/>
                </a:ext>
              </a:extLst>
            </p:cNvPr>
            <p:cNvSpPr/>
            <p:nvPr/>
          </p:nvSpPr>
          <p:spPr>
            <a:xfrm>
              <a:off x="4792185" y="3419283"/>
              <a:ext cx="1126902" cy="1204245"/>
            </a:xfrm>
            <a:custGeom>
              <a:avLst/>
              <a:gdLst>
                <a:gd name="connsiteX0" fmla="*/ 0 w 1126902"/>
                <a:gd name="connsiteY0" fmla="*/ 0 h 1204245"/>
                <a:gd name="connsiteX1" fmla="*/ 0 w 1126902"/>
                <a:gd name="connsiteY1" fmla="*/ 312420 h 1204245"/>
                <a:gd name="connsiteX2" fmla="*/ 74295 w 1126902"/>
                <a:gd name="connsiteY2" fmla="*/ 312420 h 1204245"/>
                <a:gd name="connsiteX3" fmla="*/ 74581 w 1126902"/>
                <a:gd name="connsiteY3" fmla="*/ 302609 h 1204245"/>
                <a:gd name="connsiteX4" fmla="*/ 334328 w 1126902"/>
                <a:gd name="connsiteY4" fmla="*/ 90773 h 1204245"/>
                <a:gd name="connsiteX5" fmla="*/ 352330 w 1126902"/>
                <a:gd name="connsiteY5" fmla="*/ 90678 h 1204245"/>
                <a:gd name="connsiteX6" fmla="*/ 453200 w 1126902"/>
                <a:gd name="connsiteY6" fmla="*/ 106204 h 1204245"/>
                <a:gd name="connsiteX7" fmla="*/ 461201 w 1126902"/>
                <a:gd name="connsiteY7" fmla="*/ 128873 h 1204245"/>
                <a:gd name="connsiteX8" fmla="*/ 461201 w 1126902"/>
                <a:gd name="connsiteY8" fmla="*/ 950119 h 1204245"/>
                <a:gd name="connsiteX9" fmla="*/ 272510 w 1126902"/>
                <a:gd name="connsiteY9" fmla="*/ 1129475 h 1204245"/>
                <a:gd name="connsiteX10" fmla="*/ 262700 w 1126902"/>
                <a:gd name="connsiteY10" fmla="*/ 1129856 h 1204245"/>
                <a:gd name="connsiteX11" fmla="*/ 262700 w 1126902"/>
                <a:gd name="connsiteY11" fmla="*/ 1204246 h 1204245"/>
                <a:gd name="connsiteX12" fmla="*/ 578548 w 1126902"/>
                <a:gd name="connsiteY12" fmla="*/ 1196911 h 1204245"/>
                <a:gd name="connsiteX13" fmla="*/ 864203 w 1126902"/>
                <a:gd name="connsiteY13" fmla="*/ 1204246 h 1204245"/>
                <a:gd name="connsiteX14" fmla="*/ 864203 w 1126902"/>
                <a:gd name="connsiteY14" fmla="*/ 1129856 h 1204245"/>
                <a:gd name="connsiteX15" fmla="*/ 854393 w 1126902"/>
                <a:gd name="connsiteY15" fmla="*/ 1129475 h 1204245"/>
                <a:gd name="connsiteX16" fmla="*/ 665702 w 1126902"/>
                <a:gd name="connsiteY16" fmla="*/ 950119 h 1204245"/>
                <a:gd name="connsiteX17" fmla="*/ 665702 w 1126902"/>
                <a:gd name="connsiteY17" fmla="*/ 128873 h 1204245"/>
                <a:gd name="connsiteX18" fmla="*/ 673608 w 1126902"/>
                <a:gd name="connsiteY18" fmla="*/ 108490 h 1204245"/>
                <a:gd name="connsiteX19" fmla="*/ 791718 w 1126902"/>
                <a:gd name="connsiteY19" fmla="*/ 90488 h 1204245"/>
                <a:gd name="connsiteX20" fmla="*/ 815912 w 1126902"/>
                <a:gd name="connsiteY20" fmla="*/ 90773 h 1204245"/>
                <a:gd name="connsiteX21" fmla="*/ 1052513 w 1126902"/>
                <a:gd name="connsiteY21" fmla="*/ 302895 h 1204245"/>
                <a:gd name="connsiteX22" fmla="*/ 1053084 w 1126902"/>
                <a:gd name="connsiteY22" fmla="*/ 312420 h 1204245"/>
                <a:gd name="connsiteX23" fmla="*/ 1126903 w 1126902"/>
                <a:gd name="connsiteY23" fmla="*/ 312420 h 1204245"/>
                <a:gd name="connsiteX24" fmla="*/ 1126903 w 1126902"/>
                <a:gd name="connsiteY24" fmla="*/ 0 h 1204245"/>
                <a:gd name="connsiteX25" fmla="*/ 563404 w 1126902"/>
                <a:gd name="connsiteY25" fmla="*/ 2857 h 1204245"/>
                <a:gd name="connsiteX26" fmla="*/ 0 w 1126902"/>
                <a:gd name="connsiteY26" fmla="*/ 0 h 120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26902" h="1204245">
                  <a:moveTo>
                    <a:pt x="0" y="0"/>
                  </a:moveTo>
                  <a:lnTo>
                    <a:pt x="0" y="312420"/>
                  </a:lnTo>
                  <a:lnTo>
                    <a:pt x="74295" y="312420"/>
                  </a:lnTo>
                  <a:lnTo>
                    <a:pt x="74581" y="302609"/>
                  </a:lnTo>
                  <a:cubicBezTo>
                    <a:pt x="81344" y="99346"/>
                    <a:pt x="159163" y="90773"/>
                    <a:pt x="334328" y="90773"/>
                  </a:cubicBezTo>
                  <a:cubicBezTo>
                    <a:pt x="340328" y="90773"/>
                    <a:pt x="346424" y="90773"/>
                    <a:pt x="352330" y="90678"/>
                  </a:cubicBezTo>
                  <a:cubicBezTo>
                    <a:pt x="395859" y="90392"/>
                    <a:pt x="437007" y="90106"/>
                    <a:pt x="453200" y="106204"/>
                  </a:cubicBezTo>
                  <a:cubicBezTo>
                    <a:pt x="458629" y="111538"/>
                    <a:pt x="461201" y="118967"/>
                    <a:pt x="461201" y="128873"/>
                  </a:cubicBezTo>
                  <a:lnTo>
                    <a:pt x="461201" y="950119"/>
                  </a:lnTo>
                  <a:cubicBezTo>
                    <a:pt x="461201" y="1072039"/>
                    <a:pt x="444151" y="1122426"/>
                    <a:pt x="272510" y="1129475"/>
                  </a:cubicBezTo>
                  <a:lnTo>
                    <a:pt x="262700" y="1129856"/>
                  </a:lnTo>
                  <a:lnTo>
                    <a:pt x="262700" y="1204246"/>
                  </a:lnTo>
                  <a:cubicBezTo>
                    <a:pt x="262700" y="1204246"/>
                    <a:pt x="462725" y="1196911"/>
                    <a:pt x="578548" y="1196911"/>
                  </a:cubicBezTo>
                  <a:cubicBezTo>
                    <a:pt x="666941" y="1196911"/>
                    <a:pt x="864203" y="1204246"/>
                    <a:pt x="864203" y="1204246"/>
                  </a:cubicBezTo>
                  <a:lnTo>
                    <a:pt x="864203" y="1129856"/>
                  </a:lnTo>
                  <a:lnTo>
                    <a:pt x="854393" y="1129475"/>
                  </a:lnTo>
                  <a:cubicBezTo>
                    <a:pt x="682752" y="1122426"/>
                    <a:pt x="665702" y="1072039"/>
                    <a:pt x="665702" y="950119"/>
                  </a:cubicBezTo>
                  <a:lnTo>
                    <a:pt x="665702" y="128873"/>
                  </a:lnTo>
                  <a:cubicBezTo>
                    <a:pt x="665702" y="120396"/>
                    <a:pt x="668369" y="113729"/>
                    <a:pt x="673608" y="108490"/>
                  </a:cubicBezTo>
                  <a:cubicBezTo>
                    <a:pt x="693420" y="89059"/>
                    <a:pt x="747903" y="89821"/>
                    <a:pt x="791718" y="90488"/>
                  </a:cubicBezTo>
                  <a:cubicBezTo>
                    <a:pt x="800005" y="90583"/>
                    <a:pt x="808196" y="90773"/>
                    <a:pt x="815912" y="90773"/>
                  </a:cubicBezTo>
                  <a:cubicBezTo>
                    <a:pt x="987267" y="90773"/>
                    <a:pt x="1042511" y="140303"/>
                    <a:pt x="1052513" y="302895"/>
                  </a:cubicBezTo>
                  <a:lnTo>
                    <a:pt x="1053084" y="312420"/>
                  </a:lnTo>
                  <a:lnTo>
                    <a:pt x="1126903" y="312420"/>
                  </a:lnTo>
                  <a:lnTo>
                    <a:pt x="1126903" y="0"/>
                  </a:lnTo>
                  <a:cubicBezTo>
                    <a:pt x="1126903" y="0"/>
                    <a:pt x="694468" y="2857"/>
                    <a:pt x="563404" y="2857"/>
                  </a:cubicBezTo>
                  <a:cubicBezTo>
                    <a:pt x="432340" y="2857"/>
                    <a:pt x="0" y="0"/>
                    <a:pt x="0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874D97A-5BD4-3F84-63BA-FBA60EBDDD62}"/>
                </a:ext>
              </a:extLst>
            </p:cNvPr>
            <p:cNvSpPr/>
            <p:nvPr/>
          </p:nvSpPr>
          <p:spPr>
            <a:xfrm>
              <a:off x="2728880" y="3418045"/>
              <a:ext cx="1195101" cy="1204626"/>
            </a:xfrm>
            <a:custGeom>
              <a:avLst/>
              <a:gdLst>
                <a:gd name="connsiteX0" fmla="*/ 372618 w 1195101"/>
                <a:gd name="connsiteY0" fmla="*/ 571786 h 1204626"/>
                <a:gd name="connsiteX1" fmla="*/ 372523 w 1195101"/>
                <a:gd name="connsiteY1" fmla="*/ 134303 h 1204626"/>
                <a:gd name="connsiteX2" fmla="*/ 386239 w 1195101"/>
                <a:gd name="connsiteY2" fmla="*/ 86487 h 1204626"/>
                <a:gd name="connsiteX3" fmla="*/ 498348 w 1195101"/>
                <a:gd name="connsiteY3" fmla="*/ 85630 h 1204626"/>
                <a:gd name="connsiteX4" fmla="*/ 738473 w 1195101"/>
                <a:gd name="connsiteY4" fmla="*/ 330518 h 1204626"/>
                <a:gd name="connsiteX5" fmla="*/ 640747 w 1195101"/>
                <a:gd name="connsiteY5" fmla="*/ 541687 h 1204626"/>
                <a:gd name="connsiteX6" fmla="*/ 372618 w 1195101"/>
                <a:gd name="connsiteY6" fmla="*/ 571786 h 1204626"/>
                <a:gd name="connsiteX7" fmla="*/ 1186529 w 1195101"/>
                <a:gd name="connsiteY7" fmla="*/ 1129760 h 1204626"/>
                <a:gd name="connsiteX8" fmla="*/ 1017461 w 1195101"/>
                <a:gd name="connsiteY8" fmla="*/ 1040702 h 1204626"/>
                <a:gd name="connsiteX9" fmla="*/ 661797 w 1195101"/>
                <a:gd name="connsiteY9" fmla="*/ 632460 h 1204626"/>
                <a:gd name="connsiteX10" fmla="*/ 964597 w 1195101"/>
                <a:gd name="connsiteY10" fmla="*/ 305371 h 1204626"/>
                <a:gd name="connsiteX11" fmla="*/ 831056 w 1195101"/>
                <a:gd name="connsiteY11" fmla="*/ 55816 h 1204626"/>
                <a:gd name="connsiteX12" fmla="*/ 544639 w 1195101"/>
                <a:gd name="connsiteY12" fmla="*/ 190 h 1204626"/>
                <a:gd name="connsiteX13" fmla="*/ 317468 w 1195101"/>
                <a:gd name="connsiteY13" fmla="*/ 4191 h 1204626"/>
                <a:gd name="connsiteX14" fmla="*/ 191 w 1195101"/>
                <a:gd name="connsiteY14" fmla="*/ 0 h 1204626"/>
                <a:gd name="connsiteX15" fmla="*/ 191 w 1195101"/>
                <a:gd name="connsiteY15" fmla="*/ 74866 h 1204626"/>
                <a:gd name="connsiteX16" fmla="*/ 15050 w 1195101"/>
                <a:gd name="connsiteY16" fmla="*/ 74866 h 1204626"/>
                <a:gd name="connsiteX17" fmla="*/ 152781 w 1195101"/>
                <a:gd name="connsiteY17" fmla="*/ 128683 h 1204626"/>
                <a:gd name="connsiteX18" fmla="*/ 168307 w 1195101"/>
                <a:gd name="connsiteY18" fmla="*/ 350139 h 1204626"/>
                <a:gd name="connsiteX19" fmla="*/ 168307 w 1195101"/>
                <a:gd name="connsiteY19" fmla="*/ 841248 h 1204626"/>
                <a:gd name="connsiteX20" fmla="*/ 161068 w 1195101"/>
                <a:gd name="connsiteY20" fmla="*/ 1034129 h 1204626"/>
                <a:gd name="connsiteX21" fmla="*/ 152686 w 1195101"/>
                <a:gd name="connsiteY21" fmla="*/ 1075944 h 1204626"/>
                <a:gd name="connsiteX22" fmla="*/ 10382 w 1195101"/>
                <a:gd name="connsiteY22" fmla="*/ 1129665 h 1204626"/>
                <a:gd name="connsiteX23" fmla="*/ 0 w 1195101"/>
                <a:gd name="connsiteY23" fmla="*/ 1129665 h 1204626"/>
                <a:gd name="connsiteX24" fmla="*/ 0 w 1195101"/>
                <a:gd name="connsiteY24" fmla="*/ 1204532 h 1204626"/>
                <a:gd name="connsiteX25" fmla="*/ 278225 w 1195101"/>
                <a:gd name="connsiteY25" fmla="*/ 1197102 h 1204626"/>
                <a:gd name="connsiteX26" fmla="*/ 540734 w 1195101"/>
                <a:gd name="connsiteY26" fmla="*/ 1204532 h 1204626"/>
                <a:gd name="connsiteX27" fmla="*/ 540734 w 1195101"/>
                <a:gd name="connsiteY27" fmla="*/ 1129665 h 1204626"/>
                <a:gd name="connsiteX28" fmla="*/ 525971 w 1195101"/>
                <a:gd name="connsiteY28" fmla="*/ 1129665 h 1204626"/>
                <a:gd name="connsiteX29" fmla="*/ 388239 w 1195101"/>
                <a:gd name="connsiteY29" fmla="*/ 1075754 h 1204626"/>
                <a:gd name="connsiteX30" fmla="*/ 379857 w 1195101"/>
                <a:gd name="connsiteY30" fmla="*/ 1034034 h 1204626"/>
                <a:gd name="connsiteX31" fmla="*/ 372618 w 1195101"/>
                <a:gd name="connsiteY31" fmla="*/ 854297 h 1204626"/>
                <a:gd name="connsiteX32" fmla="*/ 372618 w 1195101"/>
                <a:gd name="connsiteY32" fmla="*/ 653510 h 1204626"/>
                <a:gd name="connsiteX33" fmla="*/ 479107 w 1195101"/>
                <a:gd name="connsiteY33" fmla="*/ 702469 h 1204626"/>
                <a:gd name="connsiteX34" fmla="*/ 501110 w 1195101"/>
                <a:gd name="connsiteY34" fmla="*/ 728472 h 1204626"/>
                <a:gd name="connsiteX35" fmla="*/ 797909 w 1195101"/>
                <a:gd name="connsiteY35" fmla="*/ 1096804 h 1204626"/>
                <a:gd name="connsiteX36" fmla="*/ 885158 w 1195101"/>
                <a:gd name="connsiteY36" fmla="*/ 1204532 h 1204626"/>
                <a:gd name="connsiteX37" fmla="*/ 1027366 w 1195101"/>
                <a:gd name="connsiteY37" fmla="*/ 1200436 h 1204626"/>
                <a:gd name="connsiteX38" fmla="*/ 1195102 w 1195101"/>
                <a:gd name="connsiteY38" fmla="*/ 1204627 h 1204626"/>
                <a:gd name="connsiteX39" fmla="*/ 1195102 w 1195101"/>
                <a:gd name="connsiteY39" fmla="*/ 1131094 h 1204626"/>
                <a:gd name="connsiteX40" fmla="*/ 1186529 w 1195101"/>
                <a:gd name="connsiteY40" fmla="*/ 1129760 h 1204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195101" h="1204626">
                  <a:moveTo>
                    <a:pt x="372618" y="571786"/>
                  </a:moveTo>
                  <a:cubicBezTo>
                    <a:pt x="372618" y="571786"/>
                    <a:pt x="372618" y="136874"/>
                    <a:pt x="372523" y="134303"/>
                  </a:cubicBezTo>
                  <a:cubicBezTo>
                    <a:pt x="372237" y="116967"/>
                    <a:pt x="371761" y="93250"/>
                    <a:pt x="386239" y="86487"/>
                  </a:cubicBezTo>
                  <a:cubicBezTo>
                    <a:pt x="396240" y="82105"/>
                    <a:pt x="493014" y="85630"/>
                    <a:pt x="498348" y="85630"/>
                  </a:cubicBezTo>
                  <a:cubicBezTo>
                    <a:pt x="650938" y="85630"/>
                    <a:pt x="738473" y="174974"/>
                    <a:pt x="738473" y="330518"/>
                  </a:cubicBezTo>
                  <a:cubicBezTo>
                    <a:pt x="738473" y="443960"/>
                    <a:pt x="708374" y="509016"/>
                    <a:pt x="640747" y="541687"/>
                  </a:cubicBezTo>
                  <a:cubicBezTo>
                    <a:pt x="577691" y="571976"/>
                    <a:pt x="372618" y="571786"/>
                    <a:pt x="372618" y="571786"/>
                  </a:cubicBezTo>
                  <a:moveTo>
                    <a:pt x="1186529" y="1129760"/>
                  </a:moveTo>
                  <a:cubicBezTo>
                    <a:pt x="1100138" y="1116235"/>
                    <a:pt x="1074134" y="1106424"/>
                    <a:pt x="1017461" y="1040702"/>
                  </a:cubicBezTo>
                  <a:lnTo>
                    <a:pt x="661797" y="632460"/>
                  </a:lnTo>
                  <a:cubicBezTo>
                    <a:pt x="849059" y="608076"/>
                    <a:pt x="964597" y="484251"/>
                    <a:pt x="964597" y="305371"/>
                  </a:cubicBezTo>
                  <a:cubicBezTo>
                    <a:pt x="964597" y="188976"/>
                    <a:pt x="919544" y="105061"/>
                    <a:pt x="831056" y="55816"/>
                  </a:cubicBezTo>
                  <a:cubicBezTo>
                    <a:pt x="763619" y="18383"/>
                    <a:pt x="670084" y="190"/>
                    <a:pt x="544639" y="190"/>
                  </a:cubicBezTo>
                  <a:cubicBezTo>
                    <a:pt x="507206" y="1143"/>
                    <a:pt x="416909" y="4191"/>
                    <a:pt x="317468" y="4191"/>
                  </a:cubicBezTo>
                  <a:cubicBezTo>
                    <a:pt x="214313" y="4191"/>
                    <a:pt x="191" y="0"/>
                    <a:pt x="191" y="0"/>
                  </a:cubicBezTo>
                  <a:lnTo>
                    <a:pt x="191" y="74866"/>
                  </a:lnTo>
                  <a:lnTo>
                    <a:pt x="15050" y="74866"/>
                  </a:lnTo>
                  <a:cubicBezTo>
                    <a:pt x="71818" y="74486"/>
                    <a:pt x="135731" y="74771"/>
                    <a:pt x="152781" y="128683"/>
                  </a:cubicBezTo>
                  <a:cubicBezTo>
                    <a:pt x="168307" y="175355"/>
                    <a:pt x="168307" y="306896"/>
                    <a:pt x="168307" y="350139"/>
                  </a:cubicBezTo>
                  <a:lnTo>
                    <a:pt x="168307" y="841248"/>
                  </a:lnTo>
                  <a:cubicBezTo>
                    <a:pt x="168307" y="895445"/>
                    <a:pt x="168307" y="977837"/>
                    <a:pt x="161068" y="1034129"/>
                  </a:cubicBezTo>
                  <a:cubicBezTo>
                    <a:pt x="158972" y="1050798"/>
                    <a:pt x="156210" y="1065276"/>
                    <a:pt x="152686" y="1075944"/>
                  </a:cubicBezTo>
                  <a:cubicBezTo>
                    <a:pt x="135350" y="1129665"/>
                    <a:pt x="66104" y="1129665"/>
                    <a:pt x="10382" y="1129665"/>
                  </a:cubicBezTo>
                  <a:lnTo>
                    <a:pt x="0" y="1129665"/>
                  </a:lnTo>
                  <a:lnTo>
                    <a:pt x="0" y="1204532"/>
                  </a:lnTo>
                  <a:cubicBezTo>
                    <a:pt x="0" y="1204532"/>
                    <a:pt x="166783" y="1197102"/>
                    <a:pt x="278225" y="1197102"/>
                  </a:cubicBezTo>
                  <a:cubicBezTo>
                    <a:pt x="374047" y="1197102"/>
                    <a:pt x="540734" y="1204246"/>
                    <a:pt x="540734" y="1204532"/>
                  </a:cubicBezTo>
                  <a:lnTo>
                    <a:pt x="540734" y="1129665"/>
                  </a:lnTo>
                  <a:lnTo>
                    <a:pt x="525971" y="1129665"/>
                  </a:lnTo>
                  <a:cubicBezTo>
                    <a:pt x="470059" y="1129951"/>
                    <a:pt x="406813" y="1129760"/>
                    <a:pt x="388239" y="1075754"/>
                  </a:cubicBezTo>
                  <a:cubicBezTo>
                    <a:pt x="384620" y="1065086"/>
                    <a:pt x="381953" y="1050607"/>
                    <a:pt x="379857" y="1034034"/>
                  </a:cubicBezTo>
                  <a:cubicBezTo>
                    <a:pt x="372618" y="978122"/>
                    <a:pt x="372618" y="898017"/>
                    <a:pt x="372618" y="854297"/>
                  </a:cubicBezTo>
                  <a:lnTo>
                    <a:pt x="372618" y="653510"/>
                  </a:lnTo>
                  <a:cubicBezTo>
                    <a:pt x="439198" y="654082"/>
                    <a:pt x="444913" y="661035"/>
                    <a:pt x="479107" y="702469"/>
                  </a:cubicBezTo>
                  <a:cubicBezTo>
                    <a:pt x="485489" y="710089"/>
                    <a:pt x="492728" y="718756"/>
                    <a:pt x="501110" y="728472"/>
                  </a:cubicBezTo>
                  <a:lnTo>
                    <a:pt x="797909" y="1096804"/>
                  </a:lnTo>
                  <a:lnTo>
                    <a:pt x="885158" y="1204532"/>
                  </a:lnTo>
                  <a:cubicBezTo>
                    <a:pt x="885158" y="1204532"/>
                    <a:pt x="980885" y="1200436"/>
                    <a:pt x="1027366" y="1200436"/>
                  </a:cubicBezTo>
                  <a:cubicBezTo>
                    <a:pt x="1094994" y="1200436"/>
                    <a:pt x="1195102" y="1204627"/>
                    <a:pt x="1195102" y="1204627"/>
                  </a:cubicBezTo>
                  <a:lnTo>
                    <a:pt x="1195102" y="1131094"/>
                  </a:lnTo>
                  <a:lnTo>
                    <a:pt x="1186529" y="11297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FA48B57-F016-1F1E-9A63-97C979903F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5799" y="509986"/>
            <a:ext cx="5808185" cy="121883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header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6FC63C8-CB91-69AD-5062-CF643AD345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424" y="2299452"/>
            <a:ext cx="5895560" cy="204248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4F8B572D-F023-75E0-1A46-C8F04E7A0B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60043" y="2299452"/>
            <a:ext cx="6048177" cy="204248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200"/>
            </a:lvl1pPr>
            <a:lvl2pPr marL="6858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2000"/>
            </a:lvl2pPr>
            <a:lvl3pPr marL="11430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86901"/>
              </a:buClr>
              <a:buSzPct val="125000"/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EAD2713-C7B6-D702-8C1D-D15224E12F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424" y="1786284"/>
            <a:ext cx="5895560" cy="500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F8690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3982B8D-E19B-A0F4-3510-ED4EDED8DE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0043" y="1778179"/>
            <a:ext cx="6048065" cy="500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F8690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D05146D-9782-1A5D-6A43-FB771882B2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8018" y="446697"/>
            <a:ext cx="6048420" cy="121817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400" b="1">
                <a:latin typeface="+mj-lt"/>
              </a:defRPr>
            </a:lvl1pPr>
            <a:lvl2pPr marL="457200" indent="0">
              <a:buNone/>
              <a:defRPr sz="4400"/>
            </a:lvl2pPr>
            <a:lvl3pPr marL="914400" indent="0">
              <a:buNone/>
              <a:defRPr sz="4400"/>
            </a:lvl3pPr>
            <a:lvl4pPr marL="1371600" indent="0">
              <a:buNone/>
              <a:defRPr sz="4400"/>
            </a:lvl4pPr>
            <a:lvl5pPr marL="1828800" indent="0">
              <a:buNone/>
              <a:defRPr sz="4400"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header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2DA35A-6C67-443C-20CA-CBF78BF3C0ED}"/>
              </a:ext>
            </a:extLst>
          </p:cNvPr>
          <p:cNvGrpSpPr/>
          <p:nvPr userDrawn="1"/>
        </p:nvGrpSpPr>
        <p:grpSpPr>
          <a:xfrm>
            <a:off x="0" y="6190735"/>
            <a:ext cx="12192000" cy="667265"/>
            <a:chOff x="0" y="0"/>
            <a:chExt cx="12192000" cy="66726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36A0DD-DD05-8B87-4F1E-34C0DA383FB3}"/>
                </a:ext>
              </a:extLst>
            </p:cNvPr>
            <p:cNvSpPr/>
            <p:nvPr/>
          </p:nvSpPr>
          <p:spPr>
            <a:xfrm>
              <a:off x="0" y="0"/>
              <a:ext cx="12192000" cy="667265"/>
            </a:xfrm>
            <a:prstGeom prst="rect">
              <a:avLst/>
            </a:prstGeom>
            <a:solidFill>
              <a:srgbClr val="F869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6990A20-D5DD-9B15-BA36-2645C3C8C163}"/>
                </a:ext>
              </a:extLst>
            </p:cNvPr>
            <p:cNvSpPr txBox="1"/>
            <p:nvPr/>
          </p:nvSpPr>
          <p:spPr>
            <a:xfrm>
              <a:off x="11689126" y="269573"/>
              <a:ext cx="477814" cy="24006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sz="1200" dirty="0">
                  <a:solidFill>
                    <a:srgbClr val="E56B2A"/>
                  </a:solidFill>
                  <a:latin typeface="Georgia"/>
                  <a:cs typeface="Georgia"/>
                </a:rPr>
                <a:t> </a:t>
              </a:r>
              <a:fld id="{606D2650-017B-BC48-A893-0334FE68CCF7}" type="slidenum">
                <a:rPr lang="en-US" sz="1133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 algn="l">
                  <a:lnSpc>
                    <a:spcPct val="80000"/>
                  </a:lnSpc>
                </a:pPr>
                <a:t>‹#›</a:t>
              </a:fld>
              <a:endParaRPr lang="en-US" sz="11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A4AFDAF3-2740-CED7-FC06-EBBB1B869F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069726" y="240997"/>
              <a:ext cx="2700733" cy="240066"/>
            </a:xfrm>
            <a:prstGeom prst="rect">
              <a:avLst/>
            </a:prstGeom>
          </p:spPr>
        </p:pic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28560D0E-A49F-A346-A7FD-8B1A702FB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4E860B17-4F09-322D-41C5-F8A437B0CE6F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133611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</p:bldLst>
  </p:timing>
  <p:hf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Slide Orange Bkgnd Head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79353F-BC9E-028C-A61D-55BF3B77B4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F52801-7DDF-A699-1765-7D687C8168BE}"/>
              </a:ext>
            </a:extLst>
          </p:cNvPr>
          <p:cNvGrpSpPr/>
          <p:nvPr/>
        </p:nvGrpSpPr>
        <p:grpSpPr>
          <a:xfrm>
            <a:off x="0" y="6188139"/>
            <a:ext cx="12192000" cy="667265"/>
            <a:chOff x="0" y="0"/>
            <a:chExt cx="12192000" cy="6672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0306F1-17E6-11F6-09E9-AE6F0CCD0623}"/>
                </a:ext>
              </a:extLst>
            </p:cNvPr>
            <p:cNvSpPr/>
            <p:nvPr/>
          </p:nvSpPr>
          <p:spPr>
            <a:xfrm>
              <a:off x="0" y="0"/>
              <a:ext cx="12192000" cy="667265"/>
            </a:xfrm>
            <a:prstGeom prst="rect">
              <a:avLst/>
            </a:prstGeom>
            <a:solidFill>
              <a:srgbClr val="F869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93672E-98A6-9A81-E427-5E45EF6768A9}"/>
                </a:ext>
              </a:extLst>
            </p:cNvPr>
            <p:cNvSpPr txBox="1"/>
            <p:nvPr/>
          </p:nvSpPr>
          <p:spPr>
            <a:xfrm>
              <a:off x="11689126" y="269573"/>
              <a:ext cx="477814" cy="24006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sz="1200" dirty="0">
                  <a:solidFill>
                    <a:srgbClr val="E56B2A"/>
                  </a:solidFill>
                  <a:latin typeface="Georgia"/>
                  <a:cs typeface="Georgia"/>
                </a:rPr>
                <a:t> </a:t>
              </a:r>
              <a:fld id="{606D2650-017B-BC48-A893-0334FE68CCF7}" type="slidenum">
                <a:rPr lang="en-US" sz="1133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 algn="l">
                  <a:lnSpc>
                    <a:spcPct val="80000"/>
                  </a:lnSpc>
                </a:pPr>
                <a:t>‹#›</a:t>
              </a:fld>
              <a:endParaRPr lang="en-US" sz="11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3697D30-7704-98F1-A390-E3BB2C5A41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069726" y="240997"/>
              <a:ext cx="2700733" cy="240066"/>
            </a:xfrm>
            <a:prstGeom prst="rect">
              <a:avLst/>
            </a:prstGeom>
          </p:spPr>
        </p:pic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33A7D6C6-F021-6935-B706-29FA3A4ECA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560" y="2361489"/>
            <a:ext cx="11584419" cy="81780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Transition Header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2DA306E-AD9D-6C9D-A99A-DF29D247C5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7B0590D-035A-6502-FA10-381B4335500A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60160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  <p:hf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Slide Grey Bkgnd Head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79353F-BC9E-028C-A61D-55BF3B77B4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F52801-7DDF-A699-1765-7D687C8168BE}"/>
              </a:ext>
            </a:extLst>
          </p:cNvPr>
          <p:cNvGrpSpPr/>
          <p:nvPr/>
        </p:nvGrpSpPr>
        <p:grpSpPr>
          <a:xfrm>
            <a:off x="0" y="6188139"/>
            <a:ext cx="12192000" cy="667265"/>
            <a:chOff x="0" y="0"/>
            <a:chExt cx="12192000" cy="6672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0306F1-17E6-11F6-09E9-AE6F0CCD0623}"/>
                </a:ext>
              </a:extLst>
            </p:cNvPr>
            <p:cNvSpPr/>
            <p:nvPr/>
          </p:nvSpPr>
          <p:spPr>
            <a:xfrm>
              <a:off x="0" y="0"/>
              <a:ext cx="12192000" cy="667265"/>
            </a:xfrm>
            <a:prstGeom prst="rect">
              <a:avLst/>
            </a:prstGeom>
            <a:solidFill>
              <a:srgbClr val="F869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93672E-98A6-9A81-E427-5E45EF6768A9}"/>
                </a:ext>
              </a:extLst>
            </p:cNvPr>
            <p:cNvSpPr txBox="1"/>
            <p:nvPr/>
          </p:nvSpPr>
          <p:spPr>
            <a:xfrm>
              <a:off x="11689126" y="269573"/>
              <a:ext cx="477814" cy="24006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sz="1200" dirty="0">
                  <a:solidFill>
                    <a:srgbClr val="E56B2A"/>
                  </a:solidFill>
                  <a:latin typeface="Georgia"/>
                  <a:cs typeface="Georgia"/>
                </a:rPr>
                <a:t> </a:t>
              </a:r>
              <a:fld id="{606D2650-017B-BC48-A893-0334FE68CCF7}" type="slidenum">
                <a:rPr lang="en-US" sz="1133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 algn="l">
                  <a:lnSpc>
                    <a:spcPct val="80000"/>
                  </a:lnSpc>
                </a:pPr>
                <a:t>‹#›</a:t>
              </a:fld>
              <a:endParaRPr lang="en-US" sz="11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3697D30-7704-98F1-A390-E3BB2C5A41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069726" y="240997"/>
              <a:ext cx="2700733" cy="240066"/>
            </a:xfrm>
            <a:prstGeom prst="rect">
              <a:avLst/>
            </a:prstGeom>
          </p:spPr>
        </p:pic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33A7D6C6-F021-6935-B706-29FA3A4ECA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6727" y="2361489"/>
            <a:ext cx="11632862" cy="81780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Transition Header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D868FF3-4E8C-C9E4-E374-FE8A7EA901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C4D677C6-C567-51CD-8E3C-86E7F4D08088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183822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 or End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walking by a sunflower&#10;&#10;Description automatically generated">
            <a:extLst>
              <a:ext uri="{FF2B5EF4-FFF2-40B4-BE49-F238E27FC236}">
                <a16:creationId xmlns:a16="http://schemas.microsoft.com/office/drawing/2014/main" id="{6D70BDC4-1CD9-98CD-A62F-491E2E8934A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EAD7458-06FD-E4FD-1528-A0F3B2BDC206}"/>
              </a:ext>
            </a:extLst>
          </p:cNvPr>
          <p:cNvGrpSpPr/>
          <p:nvPr/>
        </p:nvGrpSpPr>
        <p:grpSpPr>
          <a:xfrm>
            <a:off x="0" y="6190735"/>
            <a:ext cx="12192000" cy="667265"/>
            <a:chOff x="0" y="0"/>
            <a:chExt cx="12192000" cy="6672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BF635F-BE34-1D38-C7B4-CB61DF8387BF}"/>
                </a:ext>
              </a:extLst>
            </p:cNvPr>
            <p:cNvSpPr/>
            <p:nvPr/>
          </p:nvSpPr>
          <p:spPr>
            <a:xfrm>
              <a:off x="0" y="0"/>
              <a:ext cx="12192000" cy="667265"/>
            </a:xfrm>
            <a:prstGeom prst="rect">
              <a:avLst/>
            </a:prstGeom>
            <a:solidFill>
              <a:srgbClr val="F869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6A1167-FBFA-254E-3BE9-A13DB4C79030}"/>
                </a:ext>
              </a:extLst>
            </p:cNvPr>
            <p:cNvSpPr txBox="1"/>
            <p:nvPr/>
          </p:nvSpPr>
          <p:spPr>
            <a:xfrm>
              <a:off x="11689126" y="269573"/>
              <a:ext cx="477814" cy="24006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sz="1200" dirty="0">
                  <a:solidFill>
                    <a:srgbClr val="E56B2A"/>
                  </a:solidFill>
                  <a:latin typeface="Georgia"/>
                  <a:cs typeface="Georgia"/>
                </a:rPr>
                <a:t> </a:t>
              </a:r>
              <a:fld id="{606D2650-017B-BC48-A893-0334FE68CCF7}" type="slidenum">
                <a:rPr lang="en-US" sz="1133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 algn="l">
                  <a:lnSpc>
                    <a:spcPct val="80000"/>
                  </a:lnSpc>
                </a:pPr>
                <a:t>‹#›</a:t>
              </a:fld>
              <a:endParaRPr lang="en-US" sz="11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7B67E8E-84C0-8680-3EFB-FD718C1D2E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69726" y="240997"/>
              <a:ext cx="2700733" cy="240066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7273912-7F86-0444-298A-53C38B880233}"/>
              </a:ext>
            </a:extLst>
          </p:cNvPr>
          <p:cNvSpPr/>
          <p:nvPr/>
        </p:nvSpPr>
        <p:spPr>
          <a:xfrm>
            <a:off x="0" y="0"/>
            <a:ext cx="12192000" cy="1062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1">
            <a:extLst>
              <a:ext uri="{FF2B5EF4-FFF2-40B4-BE49-F238E27FC236}">
                <a16:creationId xmlns:a16="http://schemas.microsoft.com/office/drawing/2014/main" id="{7C13832E-83DE-345D-A665-BC5F7DF50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6851" y="130487"/>
            <a:ext cx="12202654" cy="93222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5400">
                <a:solidFill>
                  <a:srgbClr val="F8690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167ED37-D739-8291-F785-4694415063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A5FC5149-D2EF-B43B-9B2A-C245EE460C26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33074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  <p:hf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or End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69F849-DE83-EA92-16B8-C24148F6D710}"/>
              </a:ext>
            </a:extLst>
          </p:cNvPr>
          <p:cNvSpPr/>
          <p:nvPr/>
        </p:nvSpPr>
        <p:spPr>
          <a:xfrm>
            <a:off x="0" y="6245769"/>
            <a:ext cx="12192000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8027BB-3E90-DCFF-FE47-F26C34023AC8}"/>
              </a:ext>
            </a:extLst>
          </p:cNvPr>
          <p:cNvSpPr txBox="1"/>
          <p:nvPr/>
        </p:nvSpPr>
        <p:spPr>
          <a:xfrm>
            <a:off x="11689126" y="6515342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rgbClr val="E56B2A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10508E5-2381-ED8F-BB4E-052A5C2CBC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86766"/>
            <a:ext cx="2700733" cy="240066"/>
          </a:xfrm>
          <a:prstGeom prst="rect">
            <a:avLst/>
          </a:prstGeom>
        </p:spPr>
      </p:pic>
      <p:grpSp>
        <p:nvGrpSpPr>
          <p:cNvPr id="18" name="Graphic 22">
            <a:extLst>
              <a:ext uri="{FF2B5EF4-FFF2-40B4-BE49-F238E27FC236}">
                <a16:creationId xmlns:a16="http://schemas.microsoft.com/office/drawing/2014/main" id="{717B845D-9558-E8AD-7FB8-833A91EF4E42}"/>
              </a:ext>
            </a:extLst>
          </p:cNvPr>
          <p:cNvGrpSpPr/>
          <p:nvPr/>
        </p:nvGrpSpPr>
        <p:grpSpPr>
          <a:xfrm>
            <a:off x="202133" y="6441537"/>
            <a:ext cx="798764" cy="301829"/>
            <a:chOff x="2728880" y="3418045"/>
            <a:chExt cx="3190208" cy="1205483"/>
          </a:xfrm>
          <a:solidFill>
            <a:schemeClr val="bg1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389126B-F747-6617-092F-FC8FF7DC7931}"/>
                </a:ext>
              </a:extLst>
            </p:cNvPr>
            <p:cNvSpPr/>
            <p:nvPr/>
          </p:nvSpPr>
          <p:spPr>
            <a:xfrm>
              <a:off x="4081525" y="3418140"/>
              <a:ext cx="547877" cy="1204531"/>
            </a:xfrm>
            <a:custGeom>
              <a:avLst/>
              <a:gdLst>
                <a:gd name="connsiteX0" fmla="*/ 393478 w 547877"/>
                <a:gd name="connsiteY0" fmla="*/ 129064 h 1204531"/>
                <a:gd name="connsiteX1" fmla="*/ 537686 w 547877"/>
                <a:gd name="connsiteY1" fmla="*/ 74771 h 1204531"/>
                <a:gd name="connsiteX2" fmla="*/ 547878 w 547877"/>
                <a:gd name="connsiteY2" fmla="*/ 74771 h 1204531"/>
                <a:gd name="connsiteX3" fmla="*/ 547878 w 547877"/>
                <a:gd name="connsiteY3" fmla="*/ 0 h 1204531"/>
                <a:gd name="connsiteX4" fmla="*/ 267938 w 547877"/>
                <a:gd name="connsiteY4" fmla="*/ 4667 h 1204531"/>
                <a:gd name="connsiteX5" fmla="*/ 0 w 547877"/>
                <a:gd name="connsiteY5" fmla="*/ 0 h 1204531"/>
                <a:gd name="connsiteX6" fmla="*/ 0 w 547877"/>
                <a:gd name="connsiteY6" fmla="*/ 74771 h 1204531"/>
                <a:gd name="connsiteX7" fmla="*/ 10192 w 547877"/>
                <a:gd name="connsiteY7" fmla="*/ 74771 h 1204531"/>
                <a:gd name="connsiteX8" fmla="*/ 154400 w 547877"/>
                <a:gd name="connsiteY8" fmla="*/ 128968 h 1204531"/>
                <a:gd name="connsiteX9" fmla="*/ 171640 w 547877"/>
                <a:gd name="connsiteY9" fmla="*/ 363188 h 1204531"/>
                <a:gd name="connsiteX10" fmla="*/ 171640 w 547877"/>
                <a:gd name="connsiteY10" fmla="*/ 841153 h 1204531"/>
                <a:gd name="connsiteX11" fmla="*/ 154496 w 547877"/>
                <a:gd name="connsiteY11" fmla="*/ 1075373 h 1204531"/>
                <a:gd name="connsiteX12" fmla="*/ 10192 w 547877"/>
                <a:gd name="connsiteY12" fmla="*/ 1129569 h 1204531"/>
                <a:gd name="connsiteX13" fmla="*/ 0 w 547877"/>
                <a:gd name="connsiteY13" fmla="*/ 1129569 h 1204531"/>
                <a:gd name="connsiteX14" fmla="*/ 0 w 547877"/>
                <a:gd name="connsiteY14" fmla="*/ 1204531 h 1204531"/>
                <a:gd name="connsiteX15" fmla="*/ 268224 w 547877"/>
                <a:gd name="connsiteY15" fmla="*/ 1197102 h 1204531"/>
                <a:gd name="connsiteX16" fmla="*/ 547878 w 547877"/>
                <a:gd name="connsiteY16" fmla="*/ 1204531 h 1204531"/>
                <a:gd name="connsiteX17" fmla="*/ 547878 w 547877"/>
                <a:gd name="connsiteY17" fmla="*/ 1129569 h 1204531"/>
                <a:gd name="connsiteX18" fmla="*/ 537686 w 547877"/>
                <a:gd name="connsiteY18" fmla="*/ 1129569 h 1204531"/>
                <a:gd name="connsiteX19" fmla="*/ 393478 w 547877"/>
                <a:gd name="connsiteY19" fmla="*/ 1075468 h 1204531"/>
                <a:gd name="connsiteX20" fmla="*/ 376333 w 547877"/>
                <a:gd name="connsiteY20" fmla="*/ 841153 h 1204531"/>
                <a:gd name="connsiteX21" fmla="*/ 376333 w 547877"/>
                <a:gd name="connsiteY21" fmla="*/ 363188 h 1204531"/>
                <a:gd name="connsiteX22" fmla="*/ 393478 w 547877"/>
                <a:gd name="connsiteY22" fmla="*/ 129064 h 120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7877" h="1204531">
                  <a:moveTo>
                    <a:pt x="393478" y="129064"/>
                  </a:moveTo>
                  <a:cubicBezTo>
                    <a:pt x="414242" y="74771"/>
                    <a:pt x="482727" y="74771"/>
                    <a:pt x="537686" y="74771"/>
                  </a:cubicBezTo>
                  <a:lnTo>
                    <a:pt x="547878" y="74771"/>
                  </a:lnTo>
                  <a:lnTo>
                    <a:pt x="547878" y="0"/>
                  </a:lnTo>
                  <a:cubicBezTo>
                    <a:pt x="547878" y="0"/>
                    <a:pt x="333565" y="4667"/>
                    <a:pt x="267938" y="4667"/>
                  </a:cubicBezTo>
                  <a:cubicBezTo>
                    <a:pt x="200406" y="4667"/>
                    <a:pt x="0" y="0"/>
                    <a:pt x="0" y="0"/>
                  </a:cubicBezTo>
                  <a:lnTo>
                    <a:pt x="0" y="74771"/>
                  </a:lnTo>
                  <a:lnTo>
                    <a:pt x="10192" y="74771"/>
                  </a:lnTo>
                  <a:cubicBezTo>
                    <a:pt x="65246" y="74771"/>
                    <a:pt x="133731" y="74771"/>
                    <a:pt x="154400" y="128968"/>
                  </a:cubicBezTo>
                  <a:cubicBezTo>
                    <a:pt x="171640" y="175450"/>
                    <a:pt x="171640" y="307086"/>
                    <a:pt x="171640" y="363188"/>
                  </a:cubicBezTo>
                  <a:lnTo>
                    <a:pt x="171640" y="841153"/>
                  </a:lnTo>
                  <a:cubicBezTo>
                    <a:pt x="171640" y="897350"/>
                    <a:pt x="171640" y="1028890"/>
                    <a:pt x="154496" y="1075373"/>
                  </a:cubicBezTo>
                  <a:cubicBezTo>
                    <a:pt x="133731" y="1129569"/>
                    <a:pt x="65246" y="1129569"/>
                    <a:pt x="10192" y="1129569"/>
                  </a:cubicBezTo>
                  <a:lnTo>
                    <a:pt x="0" y="1129569"/>
                  </a:lnTo>
                  <a:lnTo>
                    <a:pt x="0" y="1204531"/>
                  </a:lnTo>
                  <a:cubicBezTo>
                    <a:pt x="0" y="1204341"/>
                    <a:pt x="173260" y="1197102"/>
                    <a:pt x="268224" y="1197102"/>
                  </a:cubicBezTo>
                  <a:cubicBezTo>
                    <a:pt x="377476" y="1197102"/>
                    <a:pt x="547878" y="1204531"/>
                    <a:pt x="547878" y="1204531"/>
                  </a:cubicBezTo>
                  <a:lnTo>
                    <a:pt x="547878" y="1129569"/>
                  </a:lnTo>
                  <a:lnTo>
                    <a:pt x="537686" y="1129569"/>
                  </a:lnTo>
                  <a:cubicBezTo>
                    <a:pt x="482727" y="1129569"/>
                    <a:pt x="414242" y="1129569"/>
                    <a:pt x="393478" y="1075468"/>
                  </a:cubicBezTo>
                  <a:cubicBezTo>
                    <a:pt x="376333" y="1028890"/>
                    <a:pt x="376333" y="897350"/>
                    <a:pt x="376333" y="841153"/>
                  </a:cubicBezTo>
                  <a:lnTo>
                    <a:pt x="376333" y="363188"/>
                  </a:lnTo>
                  <a:cubicBezTo>
                    <a:pt x="376333" y="307086"/>
                    <a:pt x="376333" y="175450"/>
                    <a:pt x="393478" y="12906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3EEA48D-FF83-C16B-3F6E-E097EC95A649}"/>
                </a:ext>
              </a:extLst>
            </p:cNvPr>
            <p:cNvSpPr/>
            <p:nvPr/>
          </p:nvSpPr>
          <p:spPr>
            <a:xfrm>
              <a:off x="4792185" y="3419283"/>
              <a:ext cx="1126902" cy="1204245"/>
            </a:xfrm>
            <a:custGeom>
              <a:avLst/>
              <a:gdLst>
                <a:gd name="connsiteX0" fmla="*/ 0 w 1126902"/>
                <a:gd name="connsiteY0" fmla="*/ 0 h 1204245"/>
                <a:gd name="connsiteX1" fmla="*/ 0 w 1126902"/>
                <a:gd name="connsiteY1" fmla="*/ 312420 h 1204245"/>
                <a:gd name="connsiteX2" fmla="*/ 74295 w 1126902"/>
                <a:gd name="connsiteY2" fmla="*/ 312420 h 1204245"/>
                <a:gd name="connsiteX3" fmla="*/ 74581 w 1126902"/>
                <a:gd name="connsiteY3" fmla="*/ 302609 h 1204245"/>
                <a:gd name="connsiteX4" fmla="*/ 334328 w 1126902"/>
                <a:gd name="connsiteY4" fmla="*/ 90773 h 1204245"/>
                <a:gd name="connsiteX5" fmla="*/ 352330 w 1126902"/>
                <a:gd name="connsiteY5" fmla="*/ 90678 h 1204245"/>
                <a:gd name="connsiteX6" fmla="*/ 453200 w 1126902"/>
                <a:gd name="connsiteY6" fmla="*/ 106204 h 1204245"/>
                <a:gd name="connsiteX7" fmla="*/ 461201 w 1126902"/>
                <a:gd name="connsiteY7" fmla="*/ 128873 h 1204245"/>
                <a:gd name="connsiteX8" fmla="*/ 461201 w 1126902"/>
                <a:gd name="connsiteY8" fmla="*/ 950119 h 1204245"/>
                <a:gd name="connsiteX9" fmla="*/ 272510 w 1126902"/>
                <a:gd name="connsiteY9" fmla="*/ 1129475 h 1204245"/>
                <a:gd name="connsiteX10" fmla="*/ 262700 w 1126902"/>
                <a:gd name="connsiteY10" fmla="*/ 1129856 h 1204245"/>
                <a:gd name="connsiteX11" fmla="*/ 262700 w 1126902"/>
                <a:gd name="connsiteY11" fmla="*/ 1204246 h 1204245"/>
                <a:gd name="connsiteX12" fmla="*/ 578548 w 1126902"/>
                <a:gd name="connsiteY12" fmla="*/ 1196911 h 1204245"/>
                <a:gd name="connsiteX13" fmla="*/ 864203 w 1126902"/>
                <a:gd name="connsiteY13" fmla="*/ 1204246 h 1204245"/>
                <a:gd name="connsiteX14" fmla="*/ 864203 w 1126902"/>
                <a:gd name="connsiteY14" fmla="*/ 1129856 h 1204245"/>
                <a:gd name="connsiteX15" fmla="*/ 854393 w 1126902"/>
                <a:gd name="connsiteY15" fmla="*/ 1129475 h 1204245"/>
                <a:gd name="connsiteX16" fmla="*/ 665702 w 1126902"/>
                <a:gd name="connsiteY16" fmla="*/ 950119 h 1204245"/>
                <a:gd name="connsiteX17" fmla="*/ 665702 w 1126902"/>
                <a:gd name="connsiteY17" fmla="*/ 128873 h 1204245"/>
                <a:gd name="connsiteX18" fmla="*/ 673608 w 1126902"/>
                <a:gd name="connsiteY18" fmla="*/ 108490 h 1204245"/>
                <a:gd name="connsiteX19" fmla="*/ 791718 w 1126902"/>
                <a:gd name="connsiteY19" fmla="*/ 90488 h 1204245"/>
                <a:gd name="connsiteX20" fmla="*/ 815912 w 1126902"/>
                <a:gd name="connsiteY20" fmla="*/ 90773 h 1204245"/>
                <a:gd name="connsiteX21" fmla="*/ 1052513 w 1126902"/>
                <a:gd name="connsiteY21" fmla="*/ 302895 h 1204245"/>
                <a:gd name="connsiteX22" fmla="*/ 1053084 w 1126902"/>
                <a:gd name="connsiteY22" fmla="*/ 312420 h 1204245"/>
                <a:gd name="connsiteX23" fmla="*/ 1126903 w 1126902"/>
                <a:gd name="connsiteY23" fmla="*/ 312420 h 1204245"/>
                <a:gd name="connsiteX24" fmla="*/ 1126903 w 1126902"/>
                <a:gd name="connsiteY24" fmla="*/ 0 h 1204245"/>
                <a:gd name="connsiteX25" fmla="*/ 563404 w 1126902"/>
                <a:gd name="connsiteY25" fmla="*/ 2857 h 1204245"/>
                <a:gd name="connsiteX26" fmla="*/ 0 w 1126902"/>
                <a:gd name="connsiteY26" fmla="*/ 0 h 120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26902" h="1204245">
                  <a:moveTo>
                    <a:pt x="0" y="0"/>
                  </a:moveTo>
                  <a:lnTo>
                    <a:pt x="0" y="312420"/>
                  </a:lnTo>
                  <a:lnTo>
                    <a:pt x="74295" y="312420"/>
                  </a:lnTo>
                  <a:lnTo>
                    <a:pt x="74581" y="302609"/>
                  </a:lnTo>
                  <a:cubicBezTo>
                    <a:pt x="81344" y="99346"/>
                    <a:pt x="159163" y="90773"/>
                    <a:pt x="334328" y="90773"/>
                  </a:cubicBezTo>
                  <a:cubicBezTo>
                    <a:pt x="340328" y="90773"/>
                    <a:pt x="346424" y="90773"/>
                    <a:pt x="352330" y="90678"/>
                  </a:cubicBezTo>
                  <a:cubicBezTo>
                    <a:pt x="395859" y="90392"/>
                    <a:pt x="437007" y="90106"/>
                    <a:pt x="453200" y="106204"/>
                  </a:cubicBezTo>
                  <a:cubicBezTo>
                    <a:pt x="458629" y="111538"/>
                    <a:pt x="461201" y="118967"/>
                    <a:pt x="461201" y="128873"/>
                  </a:cubicBezTo>
                  <a:lnTo>
                    <a:pt x="461201" y="950119"/>
                  </a:lnTo>
                  <a:cubicBezTo>
                    <a:pt x="461201" y="1072039"/>
                    <a:pt x="444151" y="1122426"/>
                    <a:pt x="272510" y="1129475"/>
                  </a:cubicBezTo>
                  <a:lnTo>
                    <a:pt x="262700" y="1129856"/>
                  </a:lnTo>
                  <a:lnTo>
                    <a:pt x="262700" y="1204246"/>
                  </a:lnTo>
                  <a:cubicBezTo>
                    <a:pt x="262700" y="1204246"/>
                    <a:pt x="462725" y="1196911"/>
                    <a:pt x="578548" y="1196911"/>
                  </a:cubicBezTo>
                  <a:cubicBezTo>
                    <a:pt x="666941" y="1196911"/>
                    <a:pt x="864203" y="1204246"/>
                    <a:pt x="864203" y="1204246"/>
                  </a:cubicBezTo>
                  <a:lnTo>
                    <a:pt x="864203" y="1129856"/>
                  </a:lnTo>
                  <a:lnTo>
                    <a:pt x="854393" y="1129475"/>
                  </a:lnTo>
                  <a:cubicBezTo>
                    <a:pt x="682752" y="1122426"/>
                    <a:pt x="665702" y="1072039"/>
                    <a:pt x="665702" y="950119"/>
                  </a:cubicBezTo>
                  <a:lnTo>
                    <a:pt x="665702" y="128873"/>
                  </a:lnTo>
                  <a:cubicBezTo>
                    <a:pt x="665702" y="120396"/>
                    <a:pt x="668369" y="113729"/>
                    <a:pt x="673608" y="108490"/>
                  </a:cubicBezTo>
                  <a:cubicBezTo>
                    <a:pt x="693420" y="89059"/>
                    <a:pt x="747903" y="89821"/>
                    <a:pt x="791718" y="90488"/>
                  </a:cubicBezTo>
                  <a:cubicBezTo>
                    <a:pt x="800005" y="90583"/>
                    <a:pt x="808196" y="90773"/>
                    <a:pt x="815912" y="90773"/>
                  </a:cubicBezTo>
                  <a:cubicBezTo>
                    <a:pt x="987267" y="90773"/>
                    <a:pt x="1042511" y="140303"/>
                    <a:pt x="1052513" y="302895"/>
                  </a:cubicBezTo>
                  <a:lnTo>
                    <a:pt x="1053084" y="312420"/>
                  </a:lnTo>
                  <a:lnTo>
                    <a:pt x="1126903" y="312420"/>
                  </a:lnTo>
                  <a:lnTo>
                    <a:pt x="1126903" y="0"/>
                  </a:lnTo>
                  <a:cubicBezTo>
                    <a:pt x="1126903" y="0"/>
                    <a:pt x="694468" y="2857"/>
                    <a:pt x="563404" y="2857"/>
                  </a:cubicBezTo>
                  <a:cubicBezTo>
                    <a:pt x="432340" y="2857"/>
                    <a:pt x="0" y="0"/>
                    <a:pt x="0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D6482A7-5E02-648F-D7EB-504263961A62}"/>
                </a:ext>
              </a:extLst>
            </p:cNvPr>
            <p:cNvSpPr/>
            <p:nvPr/>
          </p:nvSpPr>
          <p:spPr>
            <a:xfrm>
              <a:off x="2728880" y="3418045"/>
              <a:ext cx="1195101" cy="1204626"/>
            </a:xfrm>
            <a:custGeom>
              <a:avLst/>
              <a:gdLst>
                <a:gd name="connsiteX0" fmla="*/ 372618 w 1195101"/>
                <a:gd name="connsiteY0" fmla="*/ 571786 h 1204626"/>
                <a:gd name="connsiteX1" fmla="*/ 372523 w 1195101"/>
                <a:gd name="connsiteY1" fmla="*/ 134303 h 1204626"/>
                <a:gd name="connsiteX2" fmla="*/ 386239 w 1195101"/>
                <a:gd name="connsiteY2" fmla="*/ 86487 h 1204626"/>
                <a:gd name="connsiteX3" fmla="*/ 498348 w 1195101"/>
                <a:gd name="connsiteY3" fmla="*/ 85630 h 1204626"/>
                <a:gd name="connsiteX4" fmla="*/ 738473 w 1195101"/>
                <a:gd name="connsiteY4" fmla="*/ 330518 h 1204626"/>
                <a:gd name="connsiteX5" fmla="*/ 640747 w 1195101"/>
                <a:gd name="connsiteY5" fmla="*/ 541687 h 1204626"/>
                <a:gd name="connsiteX6" fmla="*/ 372618 w 1195101"/>
                <a:gd name="connsiteY6" fmla="*/ 571786 h 1204626"/>
                <a:gd name="connsiteX7" fmla="*/ 1186529 w 1195101"/>
                <a:gd name="connsiteY7" fmla="*/ 1129760 h 1204626"/>
                <a:gd name="connsiteX8" fmla="*/ 1017461 w 1195101"/>
                <a:gd name="connsiteY8" fmla="*/ 1040702 h 1204626"/>
                <a:gd name="connsiteX9" fmla="*/ 661797 w 1195101"/>
                <a:gd name="connsiteY9" fmla="*/ 632460 h 1204626"/>
                <a:gd name="connsiteX10" fmla="*/ 964597 w 1195101"/>
                <a:gd name="connsiteY10" fmla="*/ 305371 h 1204626"/>
                <a:gd name="connsiteX11" fmla="*/ 831056 w 1195101"/>
                <a:gd name="connsiteY11" fmla="*/ 55816 h 1204626"/>
                <a:gd name="connsiteX12" fmla="*/ 544639 w 1195101"/>
                <a:gd name="connsiteY12" fmla="*/ 190 h 1204626"/>
                <a:gd name="connsiteX13" fmla="*/ 317468 w 1195101"/>
                <a:gd name="connsiteY13" fmla="*/ 4191 h 1204626"/>
                <a:gd name="connsiteX14" fmla="*/ 191 w 1195101"/>
                <a:gd name="connsiteY14" fmla="*/ 0 h 1204626"/>
                <a:gd name="connsiteX15" fmla="*/ 191 w 1195101"/>
                <a:gd name="connsiteY15" fmla="*/ 74866 h 1204626"/>
                <a:gd name="connsiteX16" fmla="*/ 15050 w 1195101"/>
                <a:gd name="connsiteY16" fmla="*/ 74866 h 1204626"/>
                <a:gd name="connsiteX17" fmla="*/ 152781 w 1195101"/>
                <a:gd name="connsiteY17" fmla="*/ 128683 h 1204626"/>
                <a:gd name="connsiteX18" fmla="*/ 168307 w 1195101"/>
                <a:gd name="connsiteY18" fmla="*/ 350139 h 1204626"/>
                <a:gd name="connsiteX19" fmla="*/ 168307 w 1195101"/>
                <a:gd name="connsiteY19" fmla="*/ 841248 h 1204626"/>
                <a:gd name="connsiteX20" fmla="*/ 161068 w 1195101"/>
                <a:gd name="connsiteY20" fmla="*/ 1034129 h 1204626"/>
                <a:gd name="connsiteX21" fmla="*/ 152686 w 1195101"/>
                <a:gd name="connsiteY21" fmla="*/ 1075944 h 1204626"/>
                <a:gd name="connsiteX22" fmla="*/ 10382 w 1195101"/>
                <a:gd name="connsiteY22" fmla="*/ 1129665 h 1204626"/>
                <a:gd name="connsiteX23" fmla="*/ 0 w 1195101"/>
                <a:gd name="connsiteY23" fmla="*/ 1129665 h 1204626"/>
                <a:gd name="connsiteX24" fmla="*/ 0 w 1195101"/>
                <a:gd name="connsiteY24" fmla="*/ 1204532 h 1204626"/>
                <a:gd name="connsiteX25" fmla="*/ 278225 w 1195101"/>
                <a:gd name="connsiteY25" fmla="*/ 1197102 h 1204626"/>
                <a:gd name="connsiteX26" fmla="*/ 540734 w 1195101"/>
                <a:gd name="connsiteY26" fmla="*/ 1204532 h 1204626"/>
                <a:gd name="connsiteX27" fmla="*/ 540734 w 1195101"/>
                <a:gd name="connsiteY27" fmla="*/ 1129665 h 1204626"/>
                <a:gd name="connsiteX28" fmla="*/ 525971 w 1195101"/>
                <a:gd name="connsiteY28" fmla="*/ 1129665 h 1204626"/>
                <a:gd name="connsiteX29" fmla="*/ 388239 w 1195101"/>
                <a:gd name="connsiteY29" fmla="*/ 1075754 h 1204626"/>
                <a:gd name="connsiteX30" fmla="*/ 379857 w 1195101"/>
                <a:gd name="connsiteY30" fmla="*/ 1034034 h 1204626"/>
                <a:gd name="connsiteX31" fmla="*/ 372618 w 1195101"/>
                <a:gd name="connsiteY31" fmla="*/ 854297 h 1204626"/>
                <a:gd name="connsiteX32" fmla="*/ 372618 w 1195101"/>
                <a:gd name="connsiteY32" fmla="*/ 653510 h 1204626"/>
                <a:gd name="connsiteX33" fmla="*/ 479107 w 1195101"/>
                <a:gd name="connsiteY33" fmla="*/ 702469 h 1204626"/>
                <a:gd name="connsiteX34" fmla="*/ 501110 w 1195101"/>
                <a:gd name="connsiteY34" fmla="*/ 728472 h 1204626"/>
                <a:gd name="connsiteX35" fmla="*/ 797909 w 1195101"/>
                <a:gd name="connsiteY35" fmla="*/ 1096804 h 1204626"/>
                <a:gd name="connsiteX36" fmla="*/ 885158 w 1195101"/>
                <a:gd name="connsiteY36" fmla="*/ 1204532 h 1204626"/>
                <a:gd name="connsiteX37" fmla="*/ 1027366 w 1195101"/>
                <a:gd name="connsiteY37" fmla="*/ 1200436 h 1204626"/>
                <a:gd name="connsiteX38" fmla="*/ 1195102 w 1195101"/>
                <a:gd name="connsiteY38" fmla="*/ 1204627 h 1204626"/>
                <a:gd name="connsiteX39" fmla="*/ 1195102 w 1195101"/>
                <a:gd name="connsiteY39" fmla="*/ 1131094 h 1204626"/>
                <a:gd name="connsiteX40" fmla="*/ 1186529 w 1195101"/>
                <a:gd name="connsiteY40" fmla="*/ 1129760 h 1204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195101" h="1204626">
                  <a:moveTo>
                    <a:pt x="372618" y="571786"/>
                  </a:moveTo>
                  <a:cubicBezTo>
                    <a:pt x="372618" y="571786"/>
                    <a:pt x="372618" y="136874"/>
                    <a:pt x="372523" y="134303"/>
                  </a:cubicBezTo>
                  <a:cubicBezTo>
                    <a:pt x="372237" y="116967"/>
                    <a:pt x="371761" y="93250"/>
                    <a:pt x="386239" y="86487"/>
                  </a:cubicBezTo>
                  <a:cubicBezTo>
                    <a:pt x="396240" y="82105"/>
                    <a:pt x="493014" y="85630"/>
                    <a:pt x="498348" y="85630"/>
                  </a:cubicBezTo>
                  <a:cubicBezTo>
                    <a:pt x="650938" y="85630"/>
                    <a:pt x="738473" y="174974"/>
                    <a:pt x="738473" y="330518"/>
                  </a:cubicBezTo>
                  <a:cubicBezTo>
                    <a:pt x="738473" y="443960"/>
                    <a:pt x="708374" y="509016"/>
                    <a:pt x="640747" y="541687"/>
                  </a:cubicBezTo>
                  <a:cubicBezTo>
                    <a:pt x="577691" y="571976"/>
                    <a:pt x="372618" y="571786"/>
                    <a:pt x="372618" y="571786"/>
                  </a:cubicBezTo>
                  <a:moveTo>
                    <a:pt x="1186529" y="1129760"/>
                  </a:moveTo>
                  <a:cubicBezTo>
                    <a:pt x="1100138" y="1116235"/>
                    <a:pt x="1074134" y="1106424"/>
                    <a:pt x="1017461" y="1040702"/>
                  </a:cubicBezTo>
                  <a:lnTo>
                    <a:pt x="661797" y="632460"/>
                  </a:lnTo>
                  <a:cubicBezTo>
                    <a:pt x="849059" y="608076"/>
                    <a:pt x="964597" y="484251"/>
                    <a:pt x="964597" y="305371"/>
                  </a:cubicBezTo>
                  <a:cubicBezTo>
                    <a:pt x="964597" y="188976"/>
                    <a:pt x="919544" y="105061"/>
                    <a:pt x="831056" y="55816"/>
                  </a:cubicBezTo>
                  <a:cubicBezTo>
                    <a:pt x="763619" y="18383"/>
                    <a:pt x="670084" y="190"/>
                    <a:pt x="544639" y="190"/>
                  </a:cubicBezTo>
                  <a:cubicBezTo>
                    <a:pt x="507206" y="1143"/>
                    <a:pt x="416909" y="4191"/>
                    <a:pt x="317468" y="4191"/>
                  </a:cubicBezTo>
                  <a:cubicBezTo>
                    <a:pt x="214313" y="4191"/>
                    <a:pt x="191" y="0"/>
                    <a:pt x="191" y="0"/>
                  </a:cubicBezTo>
                  <a:lnTo>
                    <a:pt x="191" y="74866"/>
                  </a:lnTo>
                  <a:lnTo>
                    <a:pt x="15050" y="74866"/>
                  </a:lnTo>
                  <a:cubicBezTo>
                    <a:pt x="71818" y="74486"/>
                    <a:pt x="135731" y="74771"/>
                    <a:pt x="152781" y="128683"/>
                  </a:cubicBezTo>
                  <a:cubicBezTo>
                    <a:pt x="168307" y="175355"/>
                    <a:pt x="168307" y="306896"/>
                    <a:pt x="168307" y="350139"/>
                  </a:cubicBezTo>
                  <a:lnTo>
                    <a:pt x="168307" y="841248"/>
                  </a:lnTo>
                  <a:cubicBezTo>
                    <a:pt x="168307" y="895445"/>
                    <a:pt x="168307" y="977837"/>
                    <a:pt x="161068" y="1034129"/>
                  </a:cubicBezTo>
                  <a:cubicBezTo>
                    <a:pt x="158972" y="1050798"/>
                    <a:pt x="156210" y="1065276"/>
                    <a:pt x="152686" y="1075944"/>
                  </a:cubicBezTo>
                  <a:cubicBezTo>
                    <a:pt x="135350" y="1129665"/>
                    <a:pt x="66104" y="1129665"/>
                    <a:pt x="10382" y="1129665"/>
                  </a:cubicBezTo>
                  <a:lnTo>
                    <a:pt x="0" y="1129665"/>
                  </a:lnTo>
                  <a:lnTo>
                    <a:pt x="0" y="1204532"/>
                  </a:lnTo>
                  <a:cubicBezTo>
                    <a:pt x="0" y="1204532"/>
                    <a:pt x="166783" y="1197102"/>
                    <a:pt x="278225" y="1197102"/>
                  </a:cubicBezTo>
                  <a:cubicBezTo>
                    <a:pt x="374047" y="1197102"/>
                    <a:pt x="540734" y="1204246"/>
                    <a:pt x="540734" y="1204532"/>
                  </a:cubicBezTo>
                  <a:lnTo>
                    <a:pt x="540734" y="1129665"/>
                  </a:lnTo>
                  <a:lnTo>
                    <a:pt x="525971" y="1129665"/>
                  </a:lnTo>
                  <a:cubicBezTo>
                    <a:pt x="470059" y="1129951"/>
                    <a:pt x="406813" y="1129760"/>
                    <a:pt x="388239" y="1075754"/>
                  </a:cubicBezTo>
                  <a:cubicBezTo>
                    <a:pt x="384620" y="1065086"/>
                    <a:pt x="381953" y="1050607"/>
                    <a:pt x="379857" y="1034034"/>
                  </a:cubicBezTo>
                  <a:cubicBezTo>
                    <a:pt x="372618" y="978122"/>
                    <a:pt x="372618" y="898017"/>
                    <a:pt x="372618" y="854297"/>
                  </a:cubicBezTo>
                  <a:lnTo>
                    <a:pt x="372618" y="653510"/>
                  </a:lnTo>
                  <a:cubicBezTo>
                    <a:pt x="439198" y="654082"/>
                    <a:pt x="444913" y="661035"/>
                    <a:pt x="479107" y="702469"/>
                  </a:cubicBezTo>
                  <a:cubicBezTo>
                    <a:pt x="485489" y="710089"/>
                    <a:pt x="492728" y="718756"/>
                    <a:pt x="501110" y="728472"/>
                  </a:cubicBezTo>
                  <a:lnTo>
                    <a:pt x="797909" y="1096804"/>
                  </a:lnTo>
                  <a:lnTo>
                    <a:pt x="885158" y="1204532"/>
                  </a:lnTo>
                  <a:cubicBezTo>
                    <a:pt x="885158" y="1204532"/>
                    <a:pt x="980885" y="1200436"/>
                    <a:pt x="1027366" y="1200436"/>
                  </a:cubicBezTo>
                  <a:cubicBezTo>
                    <a:pt x="1094994" y="1200436"/>
                    <a:pt x="1195102" y="1204627"/>
                    <a:pt x="1195102" y="1204627"/>
                  </a:cubicBezTo>
                  <a:lnTo>
                    <a:pt x="1195102" y="1131094"/>
                  </a:lnTo>
                  <a:lnTo>
                    <a:pt x="1186529" y="11297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9E60CBE7-1F75-7316-6282-608F7AB9D02A}"/>
              </a:ext>
            </a:extLst>
          </p:cNvPr>
          <p:cNvSpPr txBox="1">
            <a:spLocks/>
          </p:cNvSpPr>
          <p:nvPr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8F15B-709A-E8BF-0E41-C6D460BBEC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0" y="667265"/>
            <a:ext cx="12188952" cy="61907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81E2A65-B89C-48EA-7F9F-8C1F9B0C0A16}"/>
              </a:ext>
            </a:extLst>
          </p:cNvPr>
          <p:cNvSpPr/>
          <p:nvPr userDrawn="1"/>
        </p:nvSpPr>
        <p:spPr>
          <a:xfrm>
            <a:off x="0" y="1165180"/>
            <a:ext cx="12192000" cy="1062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F9F92B-00FB-8410-C431-237D84D12FAD}"/>
              </a:ext>
            </a:extLst>
          </p:cNvPr>
          <p:cNvSpPr txBox="1"/>
          <p:nvPr userDrawn="1"/>
        </p:nvSpPr>
        <p:spPr>
          <a:xfrm>
            <a:off x="11689126" y="269573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rgbClr val="E56B2A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439A077-1502-A9F3-3EF1-492589C27C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240997"/>
            <a:ext cx="2700733" cy="240066"/>
          </a:xfrm>
          <a:prstGeom prst="rect">
            <a:avLst/>
          </a:prstGeom>
        </p:spPr>
      </p:pic>
      <p:grpSp>
        <p:nvGrpSpPr>
          <p:cNvPr id="13" name="Graphic 22">
            <a:extLst>
              <a:ext uri="{FF2B5EF4-FFF2-40B4-BE49-F238E27FC236}">
                <a16:creationId xmlns:a16="http://schemas.microsoft.com/office/drawing/2014/main" id="{EA58F353-1701-E5AB-42D2-A0697AE88334}"/>
              </a:ext>
            </a:extLst>
          </p:cNvPr>
          <p:cNvGrpSpPr/>
          <p:nvPr userDrawn="1"/>
        </p:nvGrpSpPr>
        <p:grpSpPr>
          <a:xfrm>
            <a:off x="202133" y="195768"/>
            <a:ext cx="798764" cy="301829"/>
            <a:chOff x="2728880" y="3418045"/>
            <a:chExt cx="3190208" cy="1205483"/>
          </a:xfrm>
          <a:solidFill>
            <a:schemeClr val="bg1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36BB545-6BE0-AE3E-CF01-E4EB17BA1310}"/>
                </a:ext>
              </a:extLst>
            </p:cNvPr>
            <p:cNvSpPr/>
            <p:nvPr/>
          </p:nvSpPr>
          <p:spPr>
            <a:xfrm>
              <a:off x="4081525" y="3418140"/>
              <a:ext cx="547877" cy="1204531"/>
            </a:xfrm>
            <a:custGeom>
              <a:avLst/>
              <a:gdLst>
                <a:gd name="connsiteX0" fmla="*/ 393478 w 547877"/>
                <a:gd name="connsiteY0" fmla="*/ 129064 h 1204531"/>
                <a:gd name="connsiteX1" fmla="*/ 537686 w 547877"/>
                <a:gd name="connsiteY1" fmla="*/ 74771 h 1204531"/>
                <a:gd name="connsiteX2" fmla="*/ 547878 w 547877"/>
                <a:gd name="connsiteY2" fmla="*/ 74771 h 1204531"/>
                <a:gd name="connsiteX3" fmla="*/ 547878 w 547877"/>
                <a:gd name="connsiteY3" fmla="*/ 0 h 1204531"/>
                <a:gd name="connsiteX4" fmla="*/ 267938 w 547877"/>
                <a:gd name="connsiteY4" fmla="*/ 4667 h 1204531"/>
                <a:gd name="connsiteX5" fmla="*/ 0 w 547877"/>
                <a:gd name="connsiteY5" fmla="*/ 0 h 1204531"/>
                <a:gd name="connsiteX6" fmla="*/ 0 w 547877"/>
                <a:gd name="connsiteY6" fmla="*/ 74771 h 1204531"/>
                <a:gd name="connsiteX7" fmla="*/ 10192 w 547877"/>
                <a:gd name="connsiteY7" fmla="*/ 74771 h 1204531"/>
                <a:gd name="connsiteX8" fmla="*/ 154400 w 547877"/>
                <a:gd name="connsiteY8" fmla="*/ 128968 h 1204531"/>
                <a:gd name="connsiteX9" fmla="*/ 171640 w 547877"/>
                <a:gd name="connsiteY9" fmla="*/ 363188 h 1204531"/>
                <a:gd name="connsiteX10" fmla="*/ 171640 w 547877"/>
                <a:gd name="connsiteY10" fmla="*/ 841153 h 1204531"/>
                <a:gd name="connsiteX11" fmla="*/ 154496 w 547877"/>
                <a:gd name="connsiteY11" fmla="*/ 1075373 h 1204531"/>
                <a:gd name="connsiteX12" fmla="*/ 10192 w 547877"/>
                <a:gd name="connsiteY12" fmla="*/ 1129569 h 1204531"/>
                <a:gd name="connsiteX13" fmla="*/ 0 w 547877"/>
                <a:gd name="connsiteY13" fmla="*/ 1129569 h 1204531"/>
                <a:gd name="connsiteX14" fmla="*/ 0 w 547877"/>
                <a:gd name="connsiteY14" fmla="*/ 1204531 h 1204531"/>
                <a:gd name="connsiteX15" fmla="*/ 268224 w 547877"/>
                <a:gd name="connsiteY15" fmla="*/ 1197102 h 1204531"/>
                <a:gd name="connsiteX16" fmla="*/ 547878 w 547877"/>
                <a:gd name="connsiteY16" fmla="*/ 1204531 h 1204531"/>
                <a:gd name="connsiteX17" fmla="*/ 547878 w 547877"/>
                <a:gd name="connsiteY17" fmla="*/ 1129569 h 1204531"/>
                <a:gd name="connsiteX18" fmla="*/ 537686 w 547877"/>
                <a:gd name="connsiteY18" fmla="*/ 1129569 h 1204531"/>
                <a:gd name="connsiteX19" fmla="*/ 393478 w 547877"/>
                <a:gd name="connsiteY19" fmla="*/ 1075468 h 1204531"/>
                <a:gd name="connsiteX20" fmla="*/ 376333 w 547877"/>
                <a:gd name="connsiteY20" fmla="*/ 841153 h 1204531"/>
                <a:gd name="connsiteX21" fmla="*/ 376333 w 547877"/>
                <a:gd name="connsiteY21" fmla="*/ 363188 h 1204531"/>
                <a:gd name="connsiteX22" fmla="*/ 393478 w 547877"/>
                <a:gd name="connsiteY22" fmla="*/ 129064 h 120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7877" h="1204531">
                  <a:moveTo>
                    <a:pt x="393478" y="129064"/>
                  </a:moveTo>
                  <a:cubicBezTo>
                    <a:pt x="414242" y="74771"/>
                    <a:pt x="482727" y="74771"/>
                    <a:pt x="537686" y="74771"/>
                  </a:cubicBezTo>
                  <a:lnTo>
                    <a:pt x="547878" y="74771"/>
                  </a:lnTo>
                  <a:lnTo>
                    <a:pt x="547878" y="0"/>
                  </a:lnTo>
                  <a:cubicBezTo>
                    <a:pt x="547878" y="0"/>
                    <a:pt x="333565" y="4667"/>
                    <a:pt x="267938" y="4667"/>
                  </a:cubicBezTo>
                  <a:cubicBezTo>
                    <a:pt x="200406" y="4667"/>
                    <a:pt x="0" y="0"/>
                    <a:pt x="0" y="0"/>
                  </a:cubicBezTo>
                  <a:lnTo>
                    <a:pt x="0" y="74771"/>
                  </a:lnTo>
                  <a:lnTo>
                    <a:pt x="10192" y="74771"/>
                  </a:lnTo>
                  <a:cubicBezTo>
                    <a:pt x="65246" y="74771"/>
                    <a:pt x="133731" y="74771"/>
                    <a:pt x="154400" y="128968"/>
                  </a:cubicBezTo>
                  <a:cubicBezTo>
                    <a:pt x="171640" y="175450"/>
                    <a:pt x="171640" y="307086"/>
                    <a:pt x="171640" y="363188"/>
                  </a:cubicBezTo>
                  <a:lnTo>
                    <a:pt x="171640" y="841153"/>
                  </a:lnTo>
                  <a:cubicBezTo>
                    <a:pt x="171640" y="897350"/>
                    <a:pt x="171640" y="1028890"/>
                    <a:pt x="154496" y="1075373"/>
                  </a:cubicBezTo>
                  <a:cubicBezTo>
                    <a:pt x="133731" y="1129569"/>
                    <a:pt x="65246" y="1129569"/>
                    <a:pt x="10192" y="1129569"/>
                  </a:cubicBezTo>
                  <a:lnTo>
                    <a:pt x="0" y="1129569"/>
                  </a:lnTo>
                  <a:lnTo>
                    <a:pt x="0" y="1204531"/>
                  </a:lnTo>
                  <a:cubicBezTo>
                    <a:pt x="0" y="1204341"/>
                    <a:pt x="173260" y="1197102"/>
                    <a:pt x="268224" y="1197102"/>
                  </a:cubicBezTo>
                  <a:cubicBezTo>
                    <a:pt x="377476" y="1197102"/>
                    <a:pt x="547878" y="1204531"/>
                    <a:pt x="547878" y="1204531"/>
                  </a:cubicBezTo>
                  <a:lnTo>
                    <a:pt x="547878" y="1129569"/>
                  </a:lnTo>
                  <a:lnTo>
                    <a:pt x="537686" y="1129569"/>
                  </a:lnTo>
                  <a:cubicBezTo>
                    <a:pt x="482727" y="1129569"/>
                    <a:pt x="414242" y="1129569"/>
                    <a:pt x="393478" y="1075468"/>
                  </a:cubicBezTo>
                  <a:cubicBezTo>
                    <a:pt x="376333" y="1028890"/>
                    <a:pt x="376333" y="897350"/>
                    <a:pt x="376333" y="841153"/>
                  </a:cubicBezTo>
                  <a:lnTo>
                    <a:pt x="376333" y="363188"/>
                  </a:lnTo>
                  <a:cubicBezTo>
                    <a:pt x="376333" y="307086"/>
                    <a:pt x="376333" y="175450"/>
                    <a:pt x="393478" y="12906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AA517A7-72D6-F406-2034-D839D2548188}"/>
                </a:ext>
              </a:extLst>
            </p:cNvPr>
            <p:cNvSpPr/>
            <p:nvPr/>
          </p:nvSpPr>
          <p:spPr>
            <a:xfrm>
              <a:off x="4792185" y="3419283"/>
              <a:ext cx="1126902" cy="1204245"/>
            </a:xfrm>
            <a:custGeom>
              <a:avLst/>
              <a:gdLst>
                <a:gd name="connsiteX0" fmla="*/ 0 w 1126902"/>
                <a:gd name="connsiteY0" fmla="*/ 0 h 1204245"/>
                <a:gd name="connsiteX1" fmla="*/ 0 w 1126902"/>
                <a:gd name="connsiteY1" fmla="*/ 312420 h 1204245"/>
                <a:gd name="connsiteX2" fmla="*/ 74295 w 1126902"/>
                <a:gd name="connsiteY2" fmla="*/ 312420 h 1204245"/>
                <a:gd name="connsiteX3" fmla="*/ 74581 w 1126902"/>
                <a:gd name="connsiteY3" fmla="*/ 302609 h 1204245"/>
                <a:gd name="connsiteX4" fmla="*/ 334328 w 1126902"/>
                <a:gd name="connsiteY4" fmla="*/ 90773 h 1204245"/>
                <a:gd name="connsiteX5" fmla="*/ 352330 w 1126902"/>
                <a:gd name="connsiteY5" fmla="*/ 90678 h 1204245"/>
                <a:gd name="connsiteX6" fmla="*/ 453200 w 1126902"/>
                <a:gd name="connsiteY6" fmla="*/ 106204 h 1204245"/>
                <a:gd name="connsiteX7" fmla="*/ 461201 w 1126902"/>
                <a:gd name="connsiteY7" fmla="*/ 128873 h 1204245"/>
                <a:gd name="connsiteX8" fmla="*/ 461201 w 1126902"/>
                <a:gd name="connsiteY8" fmla="*/ 950119 h 1204245"/>
                <a:gd name="connsiteX9" fmla="*/ 272510 w 1126902"/>
                <a:gd name="connsiteY9" fmla="*/ 1129475 h 1204245"/>
                <a:gd name="connsiteX10" fmla="*/ 262700 w 1126902"/>
                <a:gd name="connsiteY10" fmla="*/ 1129856 h 1204245"/>
                <a:gd name="connsiteX11" fmla="*/ 262700 w 1126902"/>
                <a:gd name="connsiteY11" fmla="*/ 1204246 h 1204245"/>
                <a:gd name="connsiteX12" fmla="*/ 578548 w 1126902"/>
                <a:gd name="connsiteY12" fmla="*/ 1196911 h 1204245"/>
                <a:gd name="connsiteX13" fmla="*/ 864203 w 1126902"/>
                <a:gd name="connsiteY13" fmla="*/ 1204246 h 1204245"/>
                <a:gd name="connsiteX14" fmla="*/ 864203 w 1126902"/>
                <a:gd name="connsiteY14" fmla="*/ 1129856 h 1204245"/>
                <a:gd name="connsiteX15" fmla="*/ 854393 w 1126902"/>
                <a:gd name="connsiteY15" fmla="*/ 1129475 h 1204245"/>
                <a:gd name="connsiteX16" fmla="*/ 665702 w 1126902"/>
                <a:gd name="connsiteY16" fmla="*/ 950119 h 1204245"/>
                <a:gd name="connsiteX17" fmla="*/ 665702 w 1126902"/>
                <a:gd name="connsiteY17" fmla="*/ 128873 h 1204245"/>
                <a:gd name="connsiteX18" fmla="*/ 673608 w 1126902"/>
                <a:gd name="connsiteY18" fmla="*/ 108490 h 1204245"/>
                <a:gd name="connsiteX19" fmla="*/ 791718 w 1126902"/>
                <a:gd name="connsiteY19" fmla="*/ 90488 h 1204245"/>
                <a:gd name="connsiteX20" fmla="*/ 815912 w 1126902"/>
                <a:gd name="connsiteY20" fmla="*/ 90773 h 1204245"/>
                <a:gd name="connsiteX21" fmla="*/ 1052513 w 1126902"/>
                <a:gd name="connsiteY21" fmla="*/ 302895 h 1204245"/>
                <a:gd name="connsiteX22" fmla="*/ 1053084 w 1126902"/>
                <a:gd name="connsiteY22" fmla="*/ 312420 h 1204245"/>
                <a:gd name="connsiteX23" fmla="*/ 1126903 w 1126902"/>
                <a:gd name="connsiteY23" fmla="*/ 312420 h 1204245"/>
                <a:gd name="connsiteX24" fmla="*/ 1126903 w 1126902"/>
                <a:gd name="connsiteY24" fmla="*/ 0 h 1204245"/>
                <a:gd name="connsiteX25" fmla="*/ 563404 w 1126902"/>
                <a:gd name="connsiteY25" fmla="*/ 2857 h 1204245"/>
                <a:gd name="connsiteX26" fmla="*/ 0 w 1126902"/>
                <a:gd name="connsiteY26" fmla="*/ 0 h 120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26902" h="1204245">
                  <a:moveTo>
                    <a:pt x="0" y="0"/>
                  </a:moveTo>
                  <a:lnTo>
                    <a:pt x="0" y="312420"/>
                  </a:lnTo>
                  <a:lnTo>
                    <a:pt x="74295" y="312420"/>
                  </a:lnTo>
                  <a:lnTo>
                    <a:pt x="74581" y="302609"/>
                  </a:lnTo>
                  <a:cubicBezTo>
                    <a:pt x="81344" y="99346"/>
                    <a:pt x="159163" y="90773"/>
                    <a:pt x="334328" y="90773"/>
                  </a:cubicBezTo>
                  <a:cubicBezTo>
                    <a:pt x="340328" y="90773"/>
                    <a:pt x="346424" y="90773"/>
                    <a:pt x="352330" y="90678"/>
                  </a:cubicBezTo>
                  <a:cubicBezTo>
                    <a:pt x="395859" y="90392"/>
                    <a:pt x="437007" y="90106"/>
                    <a:pt x="453200" y="106204"/>
                  </a:cubicBezTo>
                  <a:cubicBezTo>
                    <a:pt x="458629" y="111538"/>
                    <a:pt x="461201" y="118967"/>
                    <a:pt x="461201" y="128873"/>
                  </a:cubicBezTo>
                  <a:lnTo>
                    <a:pt x="461201" y="950119"/>
                  </a:lnTo>
                  <a:cubicBezTo>
                    <a:pt x="461201" y="1072039"/>
                    <a:pt x="444151" y="1122426"/>
                    <a:pt x="272510" y="1129475"/>
                  </a:cubicBezTo>
                  <a:lnTo>
                    <a:pt x="262700" y="1129856"/>
                  </a:lnTo>
                  <a:lnTo>
                    <a:pt x="262700" y="1204246"/>
                  </a:lnTo>
                  <a:cubicBezTo>
                    <a:pt x="262700" y="1204246"/>
                    <a:pt x="462725" y="1196911"/>
                    <a:pt x="578548" y="1196911"/>
                  </a:cubicBezTo>
                  <a:cubicBezTo>
                    <a:pt x="666941" y="1196911"/>
                    <a:pt x="864203" y="1204246"/>
                    <a:pt x="864203" y="1204246"/>
                  </a:cubicBezTo>
                  <a:lnTo>
                    <a:pt x="864203" y="1129856"/>
                  </a:lnTo>
                  <a:lnTo>
                    <a:pt x="854393" y="1129475"/>
                  </a:lnTo>
                  <a:cubicBezTo>
                    <a:pt x="682752" y="1122426"/>
                    <a:pt x="665702" y="1072039"/>
                    <a:pt x="665702" y="950119"/>
                  </a:cubicBezTo>
                  <a:lnTo>
                    <a:pt x="665702" y="128873"/>
                  </a:lnTo>
                  <a:cubicBezTo>
                    <a:pt x="665702" y="120396"/>
                    <a:pt x="668369" y="113729"/>
                    <a:pt x="673608" y="108490"/>
                  </a:cubicBezTo>
                  <a:cubicBezTo>
                    <a:pt x="693420" y="89059"/>
                    <a:pt x="747903" y="89821"/>
                    <a:pt x="791718" y="90488"/>
                  </a:cubicBezTo>
                  <a:cubicBezTo>
                    <a:pt x="800005" y="90583"/>
                    <a:pt x="808196" y="90773"/>
                    <a:pt x="815912" y="90773"/>
                  </a:cubicBezTo>
                  <a:cubicBezTo>
                    <a:pt x="987267" y="90773"/>
                    <a:pt x="1042511" y="140303"/>
                    <a:pt x="1052513" y="302895"/>
                  </a:cubicBezTo>
                  <a:lnTo>
                    <a:pt x="1053084" y="312420"/>
                  </a:lnTo>
                  <a:lnTo>
                    <a:pt x="1126903" y="312420"/>
                  </a:lnTo>
                  <a:lnTo>
                    <a:pt x="1126903" y="0"/>
                  </a:lnTo>
                  <a:cubicBezTo>
                    <a:pt x="1126903" y="0"/>
                    <a:pt x="694468" y="2857"/>
                    <a:pt x="563404" y="2857"/>
                  </a:cubicBezTo>
                  <a:cubicBezTo>
                    <a:pt x="432340" y="2857"/>
                    <a:pt x="0" y="0"/>
                    <a:pt x="0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13D224-0F1E-7CC9-8F9B-F56205FB37A5}"/>
                </a:ext>
              </a:extLst>
            </p:cNvPr>
            <p:cNvSpPr/>
            <p:nvPr/>
          </p:nvSpPr>
          <p:spPr>
            <a:xfrm>
              <a:off x="2728880" y="3418045"/>
              <a:ext cx="1195101" cy="1204626"/>
            </a:xfrm>
            <a:custGeom>
              <a:avLst/>
              <a:gdLst>
                <a:gd name="connsiteX0" fmla="*/ 372618 w 1195101"/>
                <a:gd name="connsiteY0" fmla="*/ 571786 h 1204626"/>
                <a:gd name="connsiteX1" fmla="*/ 372523 w 1195101"/>
                <a:gd name="connsiteY1" fmla="*/ 134303 h 1204626"/>
                <a:gd name="connsiteX2" fmla="*/ 386239 w 1195101"/>
                <a:gd name="connsiteY2" fmla="*/ 86487 h 1204626"/>
                <a:gd name="connsiteX3" fmla="*/ 498348 w 1195101"/>
                <a:gd name="connsiteY3" fmla="*/ 85630 h 1204626"/>
                <a:gd name="connsiteX4" fmla="*/ 738473 w 1195101"/>
                <a:gd name="connsiteY4" fmla="*/ 330518 h 1204626"/>
                <a:gd name="connsiteX5" fmla="*/ 640747 w 1195101"/>
                <a:gd name="connsiteY5" fmla="*/ 541687 h 1204626"/>
                <a:gd name="connsiteX6" fmla="*/ 372618 w 1195101"/>
                <a:gd name="connsiteY6" fmla="*/ 571786 h 1204626"/>
                <a:gd name="connsiteX7" fmla="*/ 1186529 w 1195101"/>
                <a:gd name="connsiteY7" fmla="*/ 1129760 h 1204626"/>
                <a:gd name="connsiteX8" fmla="*/ 1017461 w 1195101"/>
                <a:gd name="connsiteY8" fmla="*/ 1040702 h 1204626"/>
                <a:gd name="connsiteX9" fmla="*/ 661797 w 1195101"/>
                <a:gd name="connsiteY9" fmla="*/ 632460 h 1204626"/>
                <a:gd name="connsiteX10" fmla="*/ 964597 w 1195101"/>
                <a:gd name="connsiteY10" fmla="*/ 305371 h 1204626"/>
                <a:gd name="connsiteX11" fmla="*/ 831056 w 1195101"/>
                <a:gd name="connsiteY11" fmla="*/ 55816 h 1204626"/>
                <a:gd name="connsiteX12" fmla="*/ 544639 w 1195101"/>
                <a:gd name="connsiteY12" fmla="*/ 190 h 1204626"/>
                <a:gd name="connsiteX13" fmla="*/ 317468 w 1195101"/>
                <a:gd name="connsiteY13" fmla="*/ 4191 h 1204626"/>
                <a:gd name="connsiteX14" fmla="*/ 191 w 1195101"/>
                <a:gd name="connsiteY14" fmla="*/ 0 h 1204626"/>
                <a:gd name="connsiteX15" fmla="*/ 191 w 1195101"/>
                <a:gd name="connsiteY15" fmla="*/ 74866 h 1204626"/>
                <a:gd name="connsiteX16" fmla="*/ 15050 w 1195101"/>
                <a:gd name="connsiteY16" fmla="*/ 74866 h 1204626"/>
                <a:gd name="connsiteX17" fmla="*/ 152781 w 1195101"/>
                <a:gd name="connsiteY17" fmla="*/ 128683 h 1204626"/>
                <a:gd name="connsiteX18" fmla="*/ 168307 w 1195101"/>
                <a:gd name="connsiteY18" fmla="*/ 350139 h 1204626"/>
                <a:gd name="connsiteX19" fmla="*/ 168307 w 1195101"/>
                <a:gd name="connsiteY19" fmla="*/ 841248 h 1204626"/>
                <a:gd name="connsiteX20" fmla="*/ 161068 w 1195101"/>
                <a:gd name="connsiteY20" fmla="*/ 1034129 h 1204626"/>
                <a:gd name="connsiteX21" fmla="*/ 152686 w 1195101"/>
                <a:gd name="connsiteY21" fmla="*/ 1075944 h 1204626"/>
                <a:gd name="connsiteX22" fmla="*/ 10382 w 1195101"/>
                <a:gd name="connsiteY22" fmla="*/ 1129665 h 1204626"/>
                <a:gd name="connsiteX23" fmla="*/ 0 w 1195101"/>
                <a:gd name="connsiteY23" fmla="*/ 1129665 h 1204626"/>
                <a:gd name="connsiteX24" fmla="*/ 0 w 1195101"/>
                <a:gd name="connsiteY24" fmla="*/ 1204532 h 1204626"/>
                <a:gd name="connsiteX25" fmla="*/ 278225 w 1195101"/>
                <a:gd name="connsiteY25" fmla="*/ 1197102 h 1204626"/>
                <a:gd name="connsiteX26" fmla="*/ 540734 w 1195101"/>
                <a:gd name="connsiteY26" fmla="*/ 1204532 h 1204626"/>
                <a:gd name="connsiteX27" fmla="*/ 540734 w 1195101"/>
                <a:gd name="connsiteY27" fmla="*/ 1129665 h 1204626"/>
                <a:gd name="connsiteX28" fmla="*/ 525971 w 1195101"/>
                <a:gd name="connsiteY28" fmla="*/ 1129665 h 1204626"/>
                <a:gd name="connsiteX29" fmla="*/ 388239 w 1195101"/>
                <a:gd name="connsiteY29" fmla="*/ 1075754 h 1204626"/>
                <a:gd name="connsiteX30" fmla="*/ 379857 w 1195101"/>
                <a:gd name="connsiteY30" fmla="*/ 1034034 h 1204626"/>
                <a:gd name="connsiteX31" fmla="*/ 372618 w 1195101"/>
                <a:gd name="connsiteY31" fmla="*/ 854297 h 1204626"/>
                <a:gd name="connsiteX32" fmla="*/ 372618 w 1195101"/>
                <a:gd name="connsiteY32" fmla="*/ 653510 h 1204626"/>
                <a:gd name="connsiteX33" fmla="*/ 479107 w 1195101"/>
                <a:gd name="connsiteY33" fmla="*/ 702469 h 1204626"/>
                <a:gd name="connsiteX34" fmla="*/ 501110 w 1195101"/>
                <a:gd name="connsiteY34" fmla="*/ 728472 h 1204626"/>
                <a:gd name="connsiteX35" fmla="*/ 797909 w 1195101"/>
                <a:gd name="connsiteY35" fmla="*/ 1096804 h 1204626"/>
                <a:gd name="connsiteX36" fmla="*/ 885158 w 1195101"/>
                <a:gd name="connsiteY36" fmla="*/ 1204532 h 1204626"/>
                <a:gd name="connsiteX37" fmla="*/ 1027366 w 1195101"/>
                <a:gd name="connsiteY37" fmla="*/ 1200436 h 1204626"/>
                <a:gd name="connsiteX38" fmla="*/ 1195102 w 1195101"/>
                <a:gd name="connsiteY38" fmla="*/ 1204627 h 1204626"/>
                <a:gd name="connsiteX39" fmla="*/ 1195102 w 1195101"/>
                <a:gd name="connsiteY39" fmla="*/ 1131094 h 1204626"/>
                <a:gd name="connsiteX40" fmla="*/ 1186529 w 1195101"/>
                <a:gd name="connsiteY40" fmla="*/ 1129760 h 1204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195101" h="1204626">
                  <a:moveTo>
                    <a:pt x="372618" y="571786"/>
                  </a:moveTo>
                  <a:cubicBezTo>
                    <a:pt x="372618" y="571786"/>
                    <a:pt x="372618" y="136874"/>
                    <a:pt x="372523" y="134303"/>
                  </a:cubicBezTo>
                  <a:cubicBezTo>
                    <a:pt x="372237" y="116967"/>
                    <a:pt x="371761" y="93250"/>
                    <a:pt x="386239" y="86487"/>
                  </a:cubicBezTo>
                  <a:cubicBezTo>
                    <a:pt x="396240" y="82105"/>
                    <a:pt x="493014" y="85630"/>
                    <a:pt x="498348" y="85630"/>
                  </a:cubicBezTo>
                  <a:cubicBezTo>
                    <a:pt x="650938" y="85630"/>
                    <a:pt x="738473" y="174974"/>
                    <a:pt x="738473" y="330518"/>
                  </a:cubicBezTo>
                  <a:cubicBezTo>
                    <a:pt x="738473" y="443960"/>
                    <a:pt x="708374" y="509016"/>
                    <a:pt x="640747" y="541687"/>
                  </a:cubicBezTo>
                  <a:cubicBezTo>
                    <a:pt x="577691" y="571976"/>
                    <a:pt x="372618" y="571786"/>
                    <a:pt x="372618" y="571786"/>
                  </a:cubicBezTo>
                  <a:moveTo>
                    <a:pt x="1186529" y="1129760"/>
                  </a:moveTo>
                  <a:cubicBezTo>
                    <a:pt x="1100138" y="1116235"/>
                    <a:pt x="1074134" y="1106424"/>
                    <a:pt x="1017461" y="1040702"/>
                  </a:cubicBezTo>
                  <a:lnTo>
                    <a:pt x="661797" y="632460"/>
                  </a:lnTo>
                  <a:cubicBezTo>
                    <a:pt x="849059" y="608076"/>
                    <a:pt x="964597" y="484251"/>
                    <a:pt x="964597" y="305371"/>
                  </a:cubicBezTo>
                  <a:cubicBezTo>
                    <a:pt x="964597" y="188976"/>
                    <a:pt x="919544" y="105061"/>
                    <a:pt x="831056" y="55816"/>
                  </a:cubicBezTo>
                  <a:cubicBezTo>
                    <a:pt x="763619" y="18383"/>
                    <a:pt x="670084" y="190"/>
                    <a:pt x="544639" y="190"/>
                  </a:cubicBezTo>
                  <a:cubicBezTo>
                    <a:pt x="507206" y="1143"/>
                    <a:pt x="416909" y="4191"/>
                    <a:pt x="317468" y="4191"/>
                  </a:cubicBezTo>
                  <a:cubicBezTo>
                    <a:pt x="214313" y="4191"/>
                    <a:pt x="191" y="0"/>
                    <a:pt x="191" y="0"/>
                  </a:cubicBezTo>
                  <a:lnTo>
                    <a:pt x="191" y="74866"/>
                  </a:lnTo>
                  <a:lnTo>
                    <a:pt x="15050" y="74866"/>
                  </a:lnTo>
                  <a:cubicBezTo>
                    <a:pt x="71818" y="74486"/>
                    <a:pt x="135731" y="74771"/>
                    <a:pt x="152781" y="128683"/>
                  </a:cubicBezTo>
                  <a:cubicBezTo>
                    <a:pt x="168307" y="175355"/>
                    <a:pt x="168307" y="306896"/>
                    <a:pt x="168307" y="350139"/>
                  </a:cubicBezTo>
                  <a:lnTo>
                    <a:pt x="168307" y="841248"/>
                  </a:lnTo>
                  <a:cubicBezTo>
                    <a:pt x="168307" y="895445"/>
                    <a:pt x="168307" y="977837"/>
                    <a:pt x="161068" y="1034129"/>
                  </a:cubicBezTo>
                  <a:cubicBezTo>
                    <a:pt x="158972" y="1050798"/>
                    <a:pt x="156210" y="1065276"/>
                    <a:pt x="152686" y="1075944"/>
                  </a:cubicBezTo>
                  <a:cubicBezTo>
                    <a:pt x="135350" y="1129665"/>
                    <a:pt x="66104" y="1129665"/>
                    <a:pt x="10382" y="1129665"/>
                  </a:cubicBezTo>
                  <a:lnTo>
                    <a:pt x="0" y="1129665"/>
                  </a:lnTo>
                  <a:lnTo>
                    <a:pt x="0" y="1204532"/>
                  </a:lnTo>
                  <a:cubicBezTo>
                    <a:pt x="0" y="1204532"/>
                    <a:pt x="166783" y="1197102"/>
                    <a:pt x="278225" y="1197102"/>
                  </a:cubicBezTo>
                  <a:cubicBezTo>
                    <a:pt x="374047" y="1197102"/>
                    <a:pt x="540734" y="1204246"/>
                    <a:pt x="540734" y="1204532"/>
                  </a:cubicBezTo>
                  <a:lnTo>
                    <a:pt x="540734" y="1129665"/>
                  </a:lnTo>
                  <a:lnTo>
                    <a:pt x="525971" y="1129665"/>
                  </a:lnTo>
                  <a:cubicBezTo>
                    <a:pt x="470059" y="1129951"/>
                    <a:pt x="406813" y="1129760"/>
                    <a:pt x="388239" y="1075754"/>
                  </a:cubicBezTo>
                  <a:cubicBezTo>
                    <a:pt x="384620" y="1065086"/>
                    <a:pt x="381953" y="1050607"/>
                    <a:pt x="379857" y="1034034"/>
                  </a:cubicBezTo>
                  <a:cubicBezTo>
                    <a:pt x="372618" y="978122"/>
                    <a:pt x="372618" y="898017"/>
                    <a:pt x="372618" y="854297"/>
                  </a:cubicBezTo>
                  <a:lnTo>
                    <a:pt x="372618" y="653510"/>
                  </a:lnTo>
                  <a:cubicBezTo>
                    <a:pt x="439198" y="654082"/>
                    <a:pt x="444913" y="661035"/>
                    <a:pt x="479107" y="702469"/>
                  </a:cubicBezTo>
                  <a:cubicBezTo>
                    <a:pt x="485489" y="710089"/>
                    <a:pt x="492728" y="718756"/>
                    <a:pt x="501110" y="728472"/>
                  </a:cubicBezTo>
                  <a:lnTo>
                    <a:pt x="797909" y="1096804"/>
                  </a:lnTo>
                  <a:lnTo>
                    <a:pt x="885158" y="1204532"/>
                  </a:lnTo>
                  <a:cubicBezTo>
                    <a:pt x="885158" y="1204532"/>
                    <a:pt x="980885" y="1200436"/>
                    <a:pt x="1027366" y="1200436"/>
                  </a:cubicBezTo>
                  <a:cubicBezTo>
                    <a:pt x="1094994" y="1200436"/>
                    <a:pt x="1195102" y="1204627"/>
                    <a:pt x="1195102" y="1204627"/>
                  </a:cubicBezTo>
                  <a:lnTo>
                    <a:pt x="1195102" y="1131094"/>
                  </a:lnTo>
                  <a:lnTo>
                    <a:pt x="1186529" y="11297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4E3B642C-336F-14AD-B026-CDB5477B3CCA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17459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2" grpId="0"/>
      <p:bldP spid="22" grpId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Header or End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D12F59-B40F-5522-8A7F-4A8EAC724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7605" y="-1"/>
            <a:ext cx="12203408" cy="69130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3B444B-A448-2DCC-D7AA-5291F562CA3A}"/>
              </a:ext>
            </a:extLst>
          </p:cNvPr>
          <p:cNvSpPr/>
          <p:nvPr/>
        </p:nvSpPr>
        <p:spPr>
          <a:xfrm>
            <a:off x="0" y="0"/>
            <a:ext cx="12192000" cy="1062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9DC08-176E-6D85-5320-81FA1E77A5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3802" y="194028"/>
            <a:ext cx="12199605" cy="71122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ctr">
              <a:defRPr sz="5400">
                <a:solidFill>
                  <a:srgbClr val="F8690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69F849-DE83-EA92-16B8-C24148F6D710}"/>
              </a:ext>
            </a:extLst>
          </p:cNvPr>
          <p:cNvSpPr/>
          <p:nvPr/>
        </p:nvSpPr>
        <p:spPr>
          <a:xfrm>
            <a:off x="-7605" y="6245769"/>
            <a:ext cx="12192000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8027BB-3E90-DCFF-FE47-F26C34023AC8}"/>
              </a:ext>
            </a:extLst>
          </p:cNvPr>
          <p:cNvSpPr txBox="1"/>
          <p:nvPr/>
        </p:nvSpPr>
        <p:spPr>
          <a:xfrm>
            <a:off x="11689126" y="6515342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rgbClr val="E56B2A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10508E5-2381-ED8F-BB4E-052A5C2CBC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9726" y="6486766"/>
            <a:ext cx="2700733" cy="24006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7DDB3E1-2815-8E5D-262C-CD3AEE1AE1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377" y="6319413"/>
            <a:ext cx="2888936" cy="428578"/>
          </a:xfrm>
          <a:prstGeom prst="rect">
            <a:avLst/>
          </a:prstGeom>
        </p:spPr>
      </p:pic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6A42944E-FD04-5A08-7E73-3C7D3A42DE2C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50890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2A74A3-49F4-12E0-002A-E65F4753AFFD}"/>
              </a:ext>
            </a:extLst>
          </p:cNvPr>
          <p:cNvSpPr/>
          <p:nvPr/>
        </p:nvSpPr>
        <p:spPr>
          <a:xfrm>
            <a:off x="0" y="0"/>
            <a:ext cx="12276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25DB803-D994-ED16-6B14-948EF0CF7A00}"/>
              </a:ext>
            </a:extLst>
          </p:cNvPr>
          <p:cNvSpPr/>
          <p:nvPr/>
        </p:nvSpPr>
        <p:spPr>
          <a:xfrm>
            <a:off x="4484161" y="2811796"/>
            <a:ext cx="1195152" cy="1073947"/>
          </a:xfrm>
          <a:custGeom>
            <a:avLst/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solidFill>
            <a:srgbClr val="F8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E22F2F27-0698-7527-A070-E16863DAF5C1}"/>
              </a:ext>
            </a:extLst>
          </p:cNvPr>
          <p:cNvSpPr/>
          <p:nvPr/>
        </p:nvSpPr>
        <p:spPr>
          <a:xfrm>
            <a:off x="2808515" y="2689478"/>
            <a:ext cx="1077604" cy="1479043"/>
          </a:xfrm>
          <a:custGeom>
            <a:avLst/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>
            <a:srgbClr val="FF6B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2290EC4-2EC3-C6C1-42A7-05E62F9E0F68}"/>
              </a:ext>
            </a:extLst>
          </p:cNvPr>
          <p:cNvSpPr/>
          <p:nvPr/>
        </p:nvSpPr>
        <p:spPr>
          <a:xfrm>
            <a:off x="6092198" y="2023733"/>
            <a:ext cx="2652206" cy="2675039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rgbClr val="F8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D383CC22-5F1A-3F1B-0EEC-48306E4F7CCE}"/>
              </a:ext>
            </a:extLst>
          </p:cNvPr>
          <p:cNvSpPr txBox="1">
            <a:spLocks/>
          </p:cNvSpPr>
          <p:nvPr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72FD359-3D59-0C73-5822-C2BE2081EF85}"/>
              </a:ext>
            </a:extLst>
          </p:cNvPr>
          <p:cNvSpPr/>
          <p:nvPr userDrawn="1"/>
        </p:nvSpPr>
        <p:spPr>
          <a:xfrm>
            <a:off x="6092198" y="2023733"/>
            <a:ext cx="2652206" cy="2675039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rgbClr val="F8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1 Header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57E618A6-6624-250E-5DA4-AAC254448CF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4718" y="1197204"/>
            <a:ext cx="3506057" cy="35444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E8337FE-035B-327E-51DF-5C8ED8DBBA22}"/>
              </a:ext>
            </a:extLst>
          </p:cNvPr>
          <p:cNvSpPr/>
          <p:nvPr userDrawn="1"/>
        </p:nvSpPr>
        <p:spPr>
          <a:xfrm>
            <a:off x="-1776644" y="1046840"/>
            <a:ext cx="6207394" cy="10048682"/>
          </a:xfrm>
          <a:custGeom>
            <a:avLst/>
            <a:gdLst>
              <a:gd name="connsiteX0" fmla="*/ 283845 w 690181"/>
              <a:gd name="connsiteY0" fmla="*/ 28575 h 1117282"/>
              <a:gd name="connsiteX1" fmla="*/ 662845 w 690181"/>
              <a:gd name="connsiteY1" fmla="*/ 28575 h 1117282"/>
              <a:gd name="connsiteX2" fmla="*/ 662845 w 690181"/>
              <a:gd name="connsiteY2" fmla="*/ 409003 h 1117282"/>
              <a:gd name="connsiteX3" fmla="*/ 283845 w 690181"/>
              <a:gd name="connsiteY3" fmla="*/ 409003 h 1117282"/>
              <a:gd name="connsiteX4" fmla="*/ 283845 w 690181"/>
              <a:gd name="connsiteY4" fmla="*/ 28575 h 1117282"/>
              <a:gd name="connsiteX5" fmla="*/ 268319 w 690181"/>
              <a:gd name="connsiteY5" fmla="*/ 0 h 1117282"/>
              <a:gd name="connsiteX6" fmla="*/ 0 w 690181"/>
              <a:gd name="connsiteY6" fmla="*/ 271748 h 1117282"/>
              <a:gd name="connsiteX7" fmla="*/ 0 w 690181"/>
              <a:gd name="connsiteY7" fmla="*/ 1117283 h 1117282"/>
              <a:gd name="connsiteX8" fmla="*/ 690181 w 690181"/>
              <a:gd name="connsiteY8" fmla="*/ 421196 h 1117282"/>
              <a:gd name="connsiteX9" fmla="*/ 690086 w 690181"/>
              <a:gd name="connsiteY9" fmla="*/ 952 h 1117282"/>
              <a:gd name="connsiteX10" fmla="*/ 268319 w 690181"/>
              <a:gd name="connsiteY10" fmla="*/ 0 h 1117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0181" h="1117282">
                <a:moveTo>
                  <a:pt x="283845" y="28575"/>
                </a:moveTo>
                <a:lnTo>
                  <a:pt x="662845" y="28575"/>
                </a:lnTo>
                <a:lnTo>
                  <a:pt x="662845" y="409003"/>
                </a:lnTo>
                <a:lnTo>
                  <a:pt x="283845" y="409003"/>
                </a:lnTo>
                <a:lnTo>
                  <a:pt x="283845" y="28575"/>
                </a:lnTo>
                <a:close/>
                <a:moveTo>
                  <a:pt x="268319" y="0"/>
                </a:moveTo>
                <a:lnTo>
                  <a:pt x="0" y="271748"/>
                </a:lnTo>
                <a:lnTo>
                  <a:pt x="0" y="1117283"/>
                </a:lnTo>
                <a:lnTo>
                  <a:pt x="690181" y="421196"/>
                </a:lnTo>
                <a:lnTo>
                  <a:pt x="690086" y="952"/>
                </a:lnTo>
                <a:lnTo>
                  <a:pt x="268319" y="0"/>
                </a:lnTo>
                <a:close/>
              </a:path>
            </a:pathLst>
          </a:custGeom>
          <a:solidFill>
            <a:srgbClr val="E8E8E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D19429BA-BD62-C9C9-C068-1CC2B0608136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3480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ition Slide Orange Bkgnd Header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79353F-BC9E-028C-A61D-55BF3B77B4D6}"/>
              </a:ext>
            </a:extLst>
          </p:cNvPr>
          <p:cNvSpPr/>
          <p:nvPr userDrawn="1"/>
        </p:nvSpPr>
        <p:spPr>
          <a:xfrm>
            <a:off x="0" y="589440"/>
            <a:ext cx="12192000" cy="6268560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4E847F-6612-EDE0-6794-32970BBC3089}"/>
              </a:ext>
            </a:extLst>
          </p:cNvPr>
          <p:cNvSpPr txBox="1"/>
          <p:nvPr userDrawn="1"/>
        </p:nvSpPr>
        <p:spPr>
          <a:xfrm>
            <a:off x="11689126" y="269573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rgbClr val="E56B2A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C677E16-9D77-B3E0-4E16-F7D77B0980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240997"/>
            <a:ext cx="2700733" cy="24006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C7B7A92-4073-3A60-38B3-EAE0B4F7C9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133" y="2361489"/>
            <a:ext cx="11818417" cy="81780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Transition Header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D360E222-9C51-B867-C528-52764DBD5AEF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C94936-EB79-7BB4-8467-71A1D827A7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511" y="132286"/>
            <a:ext cx="2888936" cy="42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7C7046-D6C2-84E5-B88A-48BDAE2847C9}"/>
              </a:ext>
            </a:extLst>
          </p:cNvPr>
          <p:cNvSpPr/>
          <p:nvPr userDrawn="1"/>
        </p:nvSpPr>
        <p:spPr>
          <a:xfrm>
            <a:off x="-7822" y="0"/>
            <a:ext cx="1220764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7842850-3488-76C5-EADB-06C31203F652}"/>
              </a:ext>
            </a:extLst>
          </p:cNvPr>
          <p:cNvSpPr>
            <a:spLocks/>
          </p:cNvSpPr>
          <p:nvPr userDrawn="1"/>
        </p:nvSpPr>
        <p:spPr>
          <a:xfrm>
            <a:off x="-2093815" y="2347904"/>
            <a:ext cx="7629981" cy="7629981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A13D2A1-140F-49F4-0A3A-D7DB1D3D1B87}"/>
              </a:ext>
            </a:extLst>
          </p:cNvPr>
          <p:cNvSpPr>
            <a:spLocks/>
          </p:cNvSpPr>
          <p:nvPr userDrawn="1"/>
        </p:nvSpPr>
        <p:spPr>
          <a:xfrm>
            <a:off x="-105254" y="242047"/>
            <a:ext cx="12080791" cy="12080791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rgbClr val="F7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9DC08-176E-6D85-5320-81FA1E77A5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6043" y="1402477"/>
            <a:ext cx="5193957" cy="2585323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grpSp>
        <p:nvGrpSpPr>
          <p:cNvPr id="7" name="Graphic 22">
            <a:extLst>
              <a:ext uri="{FF2B5EF4-FFF2-40B4-BE49-F238E27FC236}">
                <a16:creationId xmlns:a16="http://schemas.microsoft.com/office/drawing/2014/main" id="{46AD9553-3EB2-6CBD-D8EC-A882BD5C35AE}"/>
              </a:ext>
            </a:extLst>
          </p:cNvPr>
          <p:cNvGrpSpPr/>
          <p:nvPr userDrawn="1"/>
        </p:nvGrpSpPr>
        <p:grpSpPr>
          <a:xfrm>
            <a:off x="326276" y="360373"/>
            <a:ext cx="1694113" cy="640154"/>
            <a:chOff x="2728880" y="3418045"/>
            <a:chExt cx="3190208" cy="1205483"/>
          </a:xfrm>
          <a:solidFill>
            <a:srgbClr val="F8690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110B352-877F-8187-FB48-B2E7FF9ECF37}"/>
                </a:ext>
              </a:extLst>
            </p:cNvPr>
            <p:cNvSpPr/>
            <p:nvPr/>
          </p:nvSpPr>
          <p:spPr>
            <a:xfrm>
              <a:off x="4081525" y="3418140"/>
              <a:ext cx="547877" cy="1204531"/>
            </a:xfrm>
            <a:custGeom>
              <a:avLst/>
              <a:gdLst>
                <a:gd name="connsiteX0" fmla="*/ 393478 w 547877"/>
                <a:gd name="connsiteY0" fmla="*/ 129064 h 1204531"/>
                <a:gd name="connsiteX1" fmla="*/ 537686 w 547877"/>
                <a:gd name="connsiteY1" fmla="*/ 74771 h 1204531"/>
                <a:gd name="connsiteX2" fmla="*/ 547878 w 547877"/>
                <a:gd name="connsiteY2" fmla="*/ 74771 h 1204531"/>
                <a:gd name="connsiteX3" fmla="*/ 547878 w 547877"/>
                <a:gd name="connsiteY3" fmla="*/ 0 h 1204531"/>
                <a:gd name="connsiteX4" fmla="*/ 267938 w 547877"/>
                <a:gd name="connsiteY4" fmla="*/ 4667 h 1204531"/>
                <a:gd name="connsiteX5" fmla="*/ 0 w 547877"/>
                <a:gd name="connsiteY5" fmla="*/ 0 h 1204531"/>
                <a:gd name="connsiteX6" fmla="*/ 0 w 547877"/>
                <a:gd name="connsiteY6" fmla="*/ 74771 h 1204531"/>
                <a:gd name="connsiteX7" fmla="*/ 10192 w 547877"/>
                <a:gd name="connsiteY7" fmla="*/ 74771 h 1204531"/>
                <a:gd name="connsiteX8" fmla="*/ 154400 w 547877"/>
                <a:gd name="connsiteY8" fmla="*/ 128968 h 1204531"/>
                <a:gd name="connsiteX9" fmla="*/ 171640 w 547877"/>
                <a:gd name="connsiteY9" fmla="*/ 363188 h 1204531"/>
                <a:gd name="connsiteX10" fmla="*/ 171640 w 547877"/>
                <a:gd name="connsiteY10" fmla="*/ 841153 h 1204531"/>
                <a:gd name="connsiteX11" fmla="*/ 154496 w 547877"/>
                <a:gd name="connsiteY11" fmla="*/ 1075373 h 1204531"/>
                <a:gd name="connsiteX12" fmla="*/ 10192 w 547877"/>
                <a:gd name="connsiteY12" fmla="*/ 1129569 h 1204531"/>
                <a:gd name="connsiteX13" fmla="*/ 0 w 547877"/>
                <a:gd name="connsiteY13" fmla="*/ 1129569 h 1204531"/>
                <a:gd name="connsiteX14" fmla="*/ 0 w 547877"/>
                <a:gd name="connsiteY14" fmla="*/ 1204531 h 1204531"/>
                <a:gd name="connsiteX15" fmla="*/ 268224 w 547877"/>
                <a:gd name="connsiteY15" fmla="*/ 1197102 h 1204531"/>
                <a:gd name="connsiteX16" fmla="*/ 547878 w 547877"/>
                <a:gd name="connsiteY16" fmla="*/ 1204531 h 1204531"/>
                <a:gd name="connsiteX17" fmla="*/ 547878 w 547877"/>
                <a:gd name="connsiteY17" fmla="*/ 1129569 h 1204531"/>
                <a:gd name="connsiteX18" fmla="*/ 537686 w 547877"/>
                <a:gd name="connsiteY18" fmla="*/ 1129569 h 1204531"/>
                <a:gd name="connsiteX19" fmla="*/ 393478 w 547877"/>
                <a:gd name="connsiteY19" fmla="*/ 1075468 h 1204531"/>
                <a:gd name="connsiteX20" fmla="*/ 376333 w 547877"/>
                <a:gd name="connsiteY20" fmla="*/ 841153 h 1204531"/>
                <a:gd name="connsiteX21" fmla="*/ 376333 w 547877"/>
                <a:gd name="connsiteY21" fmla="*/ 363188 h 1204531"/>
                <a:gd name="connsiteX22" fmla="*/ 393478 w 547877"/>
                <a:gd name="connsiteY22" fmla="*/ 129064 h 120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7877" h="1204531">
                  <a:moveTo>
                    <a:pt x="393478" y="129064"/>
                  </a:moveTo>
                  <a:cubicBezTo>
                    <a:pt x="414242" y="74771"/>
                    <a:pt x="482727" y="74771"/>
                    <a:pt x="537686" y="74771"/>
                  </a:cubicBezTo>
                  <a:lnTo>
                    <a:pt x="547878" y="74771"/>
                  </a:lnTo>
                  <a:lnTo>
                    <a:pt x="547878" y="0"/>
                  </a:lnTo>
                  <a:cubicBezTo>
                    <a:pt x="547878" y="0"/>
                    <a:pt x="333565" y="4667"/>
                    <a:pt x="267938" y="4667"/>
                  </a:cubicBezTo>
                  <a:cubicBezTo>
                    <a:pt x="200406" y="4667"/>
                    <a:pt x="0" y="0"/>
                    <a:pt x="0" y="0"/>
                  </a:cubicBezTo>
                  <a:lnTo>
                    <a:pt x="0" y="74771"/>
                  </a:lnTo>
                  <a:lnTo>
                    <a:pt x="10192" y="74771"/>
                  </a:lnTo>
                  <a:cubicBezTo>
                    <a:pt x="65246" y="74771"/>
                    <a:pt x="133731" y="74771"/>
                    <a:pt x="154400" y="128968"/>
                  </a:cubicBezTo>
                  <a:cubicBezTo>
                    <a:pt x="171640" y="175450"/>
                    <a:pt x="171640" y="307086"/>
                    <a:pt x="171640" y="363188"/>
                  </a:cubicBezTo>
                  <a:lnTo>
                    <a:pt x="171640" y="841153"/>
                  </a:lnTo>
                  <a:cubicBezTo>
                    <a:pt x="171640" y="897350"/>
                    <a:pt x="171640" y="1028890"/>
                    <a:pt x="154496" y="1075373"/>
                  </a:cubicBezTo>
                  <a:cubicBezTo>
                    <a:pt x="133731" y="1129569"/>
                    <a:pt x="65246" y="1129569"/>
                    <a:pt x="10192" y="1129569"/>
                  </a:cubicBezTo>
                  <a:lnTo>
                    <a:pt x="0" y="1129569"/>
                  </a:lnTo>
                  <a:lnTo>
                    <a:pt x="0" y="1204531"/>
                  </a:lnTo>
                  <a:cubicBezTo>
                    <a:pt x="0" y="1204341"/>
                    <a:pt x="173260" y="1197102"/>
                    <a:pt x="268224" y="1197102"/>
                  </a:cubicBezTo>
                  <a:cubicBezTo>
                    <a:pt x="377476" y="1197102"/>
                    <a:pt x="547878" y="1204531"/>
                    <a:pt x="547878" y="1204531"/>
                  </a:cubicBezTo>
                  <a:lnTo>
                    <a:pt x="547878" y="1129569"/>
                  </a:lnTo>
                  <a:lnTo>
                    <a:pt x="537686" y="1129569"/>
                  </a:lnTo>
                  <a:cubicBezTo>
                    <a:pt x="482727" y="1129569"/>
                    <a:pt x="414242" y="1129569"/>
                    <a:pt x="393478" y="1075468"/>
                  </a:cubicBezTo>
                  <a:cubicBezTo>
                    <a:pt x="376333" y="1028890"/>
                    <a:pt x="376333" y="897350"/>
                    <a:pt x="376333" y="841153"/>
                  </a:cubicBezTo>
                  <a:lnTo>
                    <a:pt x="376333" y="363188"/>
                  </a:lnTo>
                  <a:cubicBezTo>
                    <a:pt x="376333" y="307086"/>
                    <a:pt x="376333" y="175450"/>
                    <a:pt x="393478" y="12906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60DCAFF-F799-225C-ED97-BC6090D3CC2E}"/>
                </a:ext>
              </a:extLst>
            </p:cNvPr>
            <p:cNvSpPr/>
            <p:nvPr/>
          </p:nvSpPr>
          <p:spPr>
            <a:xfrm>
              <a:off x="4792185" y="3419283"/>
              <a:ext cx="1126902" cy="1204245"/>
            </a:xfrm>
            <a:custGeom>
              <a:avLst/>
              <a:gdLst>
                <a:gd name="connsiteX0" fmla="*/ 0 w 1126902"/>
                <a:gd name="connsiteY0" fmla="*/ 0 h 1204245"/>
                <a:gd name="connsiteX1" fmla="*/ 0 w 1126902"/>
                <a:gd name="connsiteY1" fmla="*/ 312420 h 1204245"/>
                <a:gd name="connsiteX2" fmla="*/ 74295 w 1126902"/>
                <a:gd name="connsiteY2" fmla="*/ 312420 h 1204245"/>
                <a:gd name="connsiteX3" fmla="*/ 74581 w 1126902"/>
                <a:gd name="connsiteY3" fmla="*/ 302609 h 1204245"/>
                <a:gd name="connsiteX4" fmla="*/ 334328 w 1126902"/>
                <a:gd name="connsiteY4" fmla="*/ 90773 h 1204245"/>
                <a:gd name="connsiteX5" fmla="*/ 352330 w 1126902"/>
                <a:gd name="connsiteY5" fmla="*/ 90678 h 1204245"/>
                <a:gd name="connsiteX6" fmla="*/ 453200 w 1126902"/>
                <a:gd name="connsiteY6" fmla="*/ 106204 h 1204245"/>
                <a:gd name="connsiteX7" fmla="*/ 461201 w 1126902"/>
                <a:gd name="connsiteY7" fmla="*/ 128873 h 1204245"/>
                <a:gd name="connsiteX8" fmla="*/ 461201 w 1126902"/>
                <a:gd name="connsiteY8" fmla="*/ 950119 h 1204245"/>
                <a:gd name="connsiteX9" fmla="*/ 272510 w 1126902"/>
                <a:gd name="connsiteY9" fmla="*/ 1129475 h 1204245"/>
                <a:gd name="connsiteX10" fmla="*/ 262700 w 1126902"/>
                <a:gd name="connsiteY10" fmla="*/ 1129856 h 1204245"/>
                <a:gd name="connsiteX11" fmla="*/ 262700 w 1126902"/>
                <a:gd name="connsiteY11" fmla="*/ 1204246 h 1204245"/>
                <a:gd name="connsiteX12" fmla="*/ 578548 w 1126902"/>
                <a:gd name="connsiteY12" fmla="*/ 1196911 h 1204245"/>
                <a:gd name="connsiteX13" fmla="*/ 864203 w 1126902"/>
                <a:gd name="connsiteY13" fmla="*/ 1204246 h 1204245"/>
                <a:gd name="connsiteX14" fmla="*/ 864203 w 1126902"/>
                <a:gd name="connsiteY14" fmla="*/ 1129856 h 1204245"/>
                <a:gd name="connsiteX15" fmla="*/ 854393 w 1126902"/>
                <a:gd name="connsiteY15" fmla="*/ 1129475 h 1204245"/>
                <a:gd name="connsiteX16" fmla="*/ 665702 w 1126902"/>
                <a:gd name="connsiteY16" fmla="*/ 950119 h 1204245"/>
                <a:gd name="connsiteX17" fmla="*/ 665702 w 1126902"/>
                <a:gd name="connsiteY17" fmla="*/ 128873 h 1204245"/>
                <a:gd name="connsiteX18" fmla="*/ 673608 w 1126902"/>
                <a:gd name="connsiteY18" fmla="*/ 108490 h 1204245"/>
                <a:gd name="connsiteX19" fmla="*/ 791718 w 1126902"/>
                <a:gd name="connsiteY19" fmla="*/ 90488 h 1204245"/>
                <a:gd name="connsiteX20" fmla="*/ 815912 w 1126902"/>
                <a:gd name="connsiteY20" fmla="*/ 90773 h 1204245"/>
                <a:gd name="connsiteX21" fmla="*/ 1052513 w 1126902"/>
                <a:gd name="connsiteY21" fmla="*/ 302895 h 1204245"/>
                <a:gd name="connsiteX22" fmla="*/ 1053084 w 1126902"/>
                <a:gd name="connsiteY22" fmla="*/ 312420 h 1204245"/>
                <a:gd name="connsiteX23" fmla="*/ 1126903 w 1126902"/>
                <a:gd name="connsiteY23" fmla="*/ 312420 h 1204245"/>
                <a:gd name="connsiteX24" fmla="*/ 1126903 w 1126902"/>
                <a:gd name="connsiteY24" fmla="*/ 0 h 1204245"/>
                <a:gd name="connsiteX25" fmla="*/ 563404 w 1126902"/>
                <a:gd name="connsiteY25" fmla="*/ 2857 h 1204245"/>
                <a:gd name="connsiteX26" fmla="*/ 0 w 1126902"/>
                <a:gd name="connsiteY26" fmla="*/ 0 h 120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26902" h="1204245">
                  <a:moveTo>
                    <a:pt x="0" y="0"/>
                  </a:moveTo>
                  <a:lnTo>
                    <a:pt x="0" y="312420"/>
                  </a:lnTo>
                  <a:lnTo>
                    <a:pt x="74295" y="312420"/>
                  </a:lnTo>
                  <a:lnTo>
                    <a:pt x="74581" y="302609"/>
                  </a:lnTo>
                  <a:cubicBezTo>
                    <a:pt x="81344" y="99346"/>
                    <a:pt x="159163" y="90773"/>
                    <a:pt x="334328" y="90773"/>
                  </a:cubicBezTo>
                  <a:cubicBezTo>
                    <a:pt x="340328" y="90773"/>
                    <a:pt x="346424" y="90773"/>
                    <a:pt x="352330" y="90678"/>
                  </a:cubicBezTo>
                  <a:cubicBezTo>
                    <a:pt x="395859" y="90392"/>
                    <a:pt x="437007" y="90106"/>
                    <a:pt x="453200" y="106204"/>
                  </a:cubicBezTo>
                  <a:cubicBezTo>
                    <a:pt x="458629" y="111538"/>
                    <a:pt x="461201" y="118967"/>
                    <a:pt x="461201" y="128873"/>
                  </a:cubicBezTo>
                  <a:lnTo>
                    <a:pt x="461201" y="950119"/>
                  </a:lnTo>
                  <a:cubicBezTo>
                    <a:pt x="461201" y="1072039"/>
                    <a:pt x="444151" y="1122426"/>
                    <a:pt x="272510" y="1129475"/>
                  </a:cubicBezTo>
                  <a:lnTo>
                    <a:pt x="262700" y="1129856"/>
                  </a:lnTo>
                  <a:lnTo>
                    <a:pt x="262700" y="1204246"/>
                  </a:lnTo>
                  <a:cubicBezTo>
                    <a:pt x="262700" y="1204246"/>
                    <a:pt x="462725" y="1196911"/>
                    <a:pt x="578548" y="1196911"/>
                  </a:cubicBezTo>
                  <a:cubicBezTo>
                    <a:pt x="666941" y="1196911"/>
                    <a:pt x="864203" y="1204246"/>
                    <a:pt x="864203" y="1204246"/>
                  </a:cubicBezTo>
                  <a:lnTo>
                    <a:pt x="864203" y="1129856"/>
                  </a:lnTo>
                  <a:lnTo>
                    <a:pt x="854393" y="1129475"/>
                  </a:lnTo>
                  <a:cubicBezTo>
                    <a:pt x="682752" y="1122426"/>
                    <a:pt x="665702" y="1072039"/>
                    <a:pt x="665702" y="950119"/>
                  </a:cubicBezTo>
                  <a:lnTo>
                    <a:pt x="665702" y="128873"/>
                  </a:lnTo>
                  <a:cubicBezTo>
                    <a:pt x="665702" y="120396"/>
                    <a:pt x="668369" y="113729"/>
                    <a:pt x="673608" y="108490"/>
                  </a:cubicBezTo>
                  <a:cubicBezTo>
                    <a:pt x="693420" y="89059"/>
                    <a:pt x="747903" y="89821"/>
                    <a:pt x="791718" y="90488"/>
                  </a:cubicBezTo>
                  <a:cubicBezTo>
                    <a:pt x="800005" y="90583"/>
                    <a:pt x="808196" y="90773"/>
                    <a:pt x="815912" y="90773"/>
                  </a:cubicBezTo>
                  <a:cubicBezTo>
                    <a:pt x="987267" y="90773"/>
                    <a:pt x="1042511" y="140303"/>
                    <a:pt x="1052513" y="302895"/>
                  </a:cubicBezTo>
                  <a:lnTo>
                    <a:pt x="1053084" y="312420"/>
                  </a:lnTo>
                  <a:lnTo>
                    <a:pt x="1126903" y="312420"/>
                  </a:lnTo>
                  <a:lnTo>
                    <a:pt x="1126903" y="0"/>
                  </a:lnTo>
                  <a:cubicBezTo>
                    <a:pt x="1126903" y="0"/>
                    <a:pt x="694468" y="2857"/>
                    <a:pt x="563404" y="2857"/>
                  </a:cubicBezTo>
                  <a:cubicBezTo>
                    <a:pt x="432340" y="2857"/>
                    <a:pt x="0" y="0"/>
                    <a:pt x="0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F2A89F3-32AB-EF3A-C301-1CCA565CDC18}"/>
                </a:ext>
              </a:extLst>
            </p:cNvPr>
            <p:cNvSpPr/>
            <p:nvPr/>
          </p:nvSpPr>
          <p:spPr>
            <a:xfrm>
              <a:off x="2728880" y="3418045"/>
              <a:ext cx="1195101" cy="1204626"/>
            </a:xfrm>
            <a:custGeom>
              <a:avLst/>
              <a:gdLst>
                <a:gd name="connsiteX0" fmla="*/ 372618 w 1195101"/>
                <a:gd name="connsiteY0" fmla="*/ 571786 h 1204626"/>
                <a:gd name="connsiteX1" fmla="*/ 372523 w 1195101"/>
                <a:gd name="connsiteY1" fmla="*/ 134303 h 1204626"/>
                <a:gd name="connsiteX2" fmla="*/ 386239 w 1195101"/>
                <a:gd name="connsiteY2" fmla="*/ 86487 h 1204626"/>
                <a:gd name="connsiteX3" fmla="*/ 498348 w 1195101"/>
                <a:gd name="connsiteY3" fmla="*/ 85630 h 1204626"/>
                <a:gd name="connsiteX4" fmla="*/ 738473 w 1195101"/>
                <a:gd name="connsiteY4" fmla="*/ 330518 h 1204626"/>
                <a:gd name="connsiteX5" fmla="*/ 640747 w 1195101"/>
                <a:gd name="connsiteY5" fmla="*/ 541687 h 1204626"/>
                <a:gd name="connsiteX6" fmla="*/ 372618 w 1195101"/>
                <a:gd name="connsiteY6" fmla="*/ 571786 h 1204626"/>
                <a:gd name="connsiteX7" fmla="*/ 1186529 w 1195101"/>
                <a:gd name="connsiteY7" fmla="*/ 1129760 h 1204626"/>
                <a:gd name="connsiteX8" fmla="*/ 1017461 w 1195101"/>
                <a:gd name="connsiteY8" fmla="*/ 1040702 h 1204626"/>
                <a:gd name="connsiteX9" fmla="*/ 661797 w 1195101"/>
                <a:gd name="connsiteY9" fmla="*/ 632460 h 1204626"/>
                <a:gd name="connsiteX10" fmla="*/ 964597 w 1195101"/>
                <a:gd name="connsiteY10" fmla="*/ 305371 h 1204626"/>
                <a:gd name="connsiteX11" fmla="*/ 831056 w 1195101"/>
                <a:gd name="connsiteY11" fmla="*/ 55816 h 1204626"/>
                <a:gd name="connsiteX12" fmla="*/ 544639 w 1195101"/>
                <a:gd name="connsiteY12" fmla="*/ 190 h 1204626"/>
                <a:gd name="connsiteX13" fmla="*/ 317468 w 1195101"/>
                <a:gd name="connsiteY13" fmla="*/ 4191 h 1204626"/>
                <a:gd name="connsiteX14" fmla="*/ 191 w 1195101"/>
                <a:gd name="connsiteY14" fmla="*/ 0 h 1204626"/>
                <a:gd name="connsiteX15" fmla="*/ 191 w 1195101"/>
                <a:gd name="connsiteY15" fmla="*/ 74866 h 1204626"/>
                <a:gd name="connsiteX16" fmla="*/ 15050 w 1195101"/>
                <a:gd name="connsiteY16" fmla="*/ 74866 h 1204626"/>
                <a:gd name="connsiteX17" fmla="*/ 152781 w 1195101"/>
                <a:gd name="connsiteY17" fmla="*/ 128683 h 1204626"/>
                <a:gd name="connsiteX18" fmla="*/ 168307 w 1195101"/>
                <a:gd name="connsiteY18" fmla="*/ 350139 h 1204626"/>
                <a:gd name="connsiteX19" fmla="*/ 168307 w 1195101"/>
                <a:gd name="connsiteY19" fmla="*/ 841248 h 1204626"/>
                <a:gd name="connsiteX20" fmla="*/ 161068 w 1195101"/>
                <a:gd name="connsiteY20" fmla="*/ 1034129 h 1204626"/>
                <a:gd name="connsiteX21" fmla="*/ 152686 w 1195101"/>
                <a:gd name="connsiteY21" fmla="*/ 1075944 h 1204626"/>
                <a:gd name="connsiteX22" fmla="*/ 10382 w 1195101"/>
                <a:gd name="connsiteY22" fmla="*/ 1129665 h 1204626"/>
                <a:gd name="connsiteX23" fmla="*/ 0 w 1195101"/>
                <a:gd name="connsiteY23" fmla="*/ 1129665 h 1204626"/>
                <a:gd name="connsiteX24" fmla="*/ 0 w 1195101"/>
                <a:gd name="connsiteY24" fmla="*/ 1204532 h 1204626"/>
                <a:gd name="connsiteX25" fmla="*/ 278225 w 1195101"/>
                <a:gd name="connsiteY25" fmla="*/ 1197102 h 1204626"/>
                <a:gd name="connsiteX26" fmla="*/ 540734 w 1195101"/>
                <a:gd name="connsiteY26" fmla="*/ 1204532 h 1204626"/>
                <a:gd name="connsiteX27" fmla="*/ 540734 w 1195101"/>
                <a:gd name="connsiteY27" fmla="*/ 1129665 h 1204626"/>
                <a:gd name="connsiteX28" fmla="*/ 525971 w 1195101"/>
                <a:gd name="connsiteY28" fmla="*/ 1129665 h 1204626"/>
                <a:gd name="connsiteX29" fmla="*/ 388239 w 1195101"/>
                <a:gd name="connsiteY29" fmla="*/ 1075754 h 1204626"/>
                <a:gd name="connsiteX30" fmla="*/ 379857 w 1195101"/>
                <a:gd name="connsiteY30" fmla="*/ 1034034 h 1204626"/>
                <a:gd name="connsiteX31" fmla="*/ 372618 w 1195101"/>
                <a:gd name="connsiteY31" fmla="*/ 854297 h 1204626"/>
                <a:gd name="connsiteX32" fmla="*/ 372618 w 1195101"/>
                <a:gd name="connsiteY32" fmla="*/ 653510 h 1204626"/>
                <a:gd name="connsiteX33" fmla="*/ 479107 w 1195101"/>
                <a:gd name="connsiteY33" fmla="*/ 702469 h 1204626"/>
                <a:gd name="connsiteX34" fmla="*/ 501110 w 1195101"/>
                <a:gd name="connsiteY34" fmla="*/ 728472 h 1204626"/>
                <a:gd name="connsiteX35" fmla="*/ 797909 w 1195101"/>
                <a:gd name="connsiteY35" fmla="*/ 1096804 h 1204626"/>
                <a:gd name="connsiteX36" fmla="*/ 885158 w 1195101"/>
                <a:gd name="connsiteY36" fmla="*/ 1204532 h 1204626"/>
                <a:gd name="connsiteX37" fmla="*/ 1027366 w 1195101"/>
                <a:gd name="connsiteY37" fmla="*/ 1200436 h 1204626"/>
                <a:gd name="connsiteX38" fmla="*/ 1195102 w 1195101"/>
                <a:gd name="connsiteY38" fmla="*/ 1204627 h 1204626"/>
                <a:gd name="connsiteX39" fmla="*/ 1195102 w 1195101"/>
                <a:gd name="connsiteY39" fmla="*/ 1131094 h 1204626"/>
                <a:gd name="connsiteX40" fmla="*/ 1186529 w 1195101"/>
                <a:gd name="connsiteY40" fmla="*/ 1129760 h 1204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195101" h="1204626">
                  <a:moveTo>
                    <a:pt x="372618" y="571786"/>
                  </a:moveTo>
                  <a:cubicBezTo>
                    <a:pt x="372618" y="571786"/>
                    <a:pt x="372618" y="136874"/>
                    <a:pt x="372523" y="134303"/>
                  </a:cubicBezTo>
                  <a:cubicBezTo>
                    <a:pt x="372237" y="116967"/>
                    <a:pt x="371761" y="93250"/>
                    <a:pt x="386239" y="86487"/>
                  </a:cubicBezTo>
                  <a:cubicBezTo>
                    <a:pt x="396240" y="82105"/>
                    <a:pt x="493014" y="85630"/>
                    <a:pt x="498348" y="85630"/>
                  </a:cubicBezTo>
                  <a:cubicBezTo>
                    <a:pt x="650938" y="85630"/>
                    <a:pt x="738473" y="174974"/>
                    <a:pt x="738473" y="330518"/>
                  </a:cubicBezTo>
                  <a:cubicBezTo>
                    <a:pt x="738473" y="443960"/>
                    <a:pt x="708374" y="509016"/>
                    <a:pt x="640747" y="541687"/>
                  </a:cubicBezTo>
                  <a:cubicBezTo>
                    <a:pt x="577691" y="571976"/>
                    <a:pt x="372618" y="571786"/>
                    <a:pt x="372618" y="571786"/>
                  </a:cubicBezTo>
                  <a:moveTo>
                    <a:pt x="1186529" y="1129760"/>
                  </a:moveTo>
                  <a:cubicBezTo>
                    <a:pt x="1100138" y="1116235"/>
                    <a:pt x="1074134" y="1106424"/>
                    <a:pt x="1017461" y="1040702"/>
                  </a:cubicBezTo>
                  <a:lnTo>
                    <a:pt x="661797" y="632460"/>
                  </a:lnTo>
                  <a:cubicBezTo>
                    <a:pt x="849059" y="608076"/>
                    <a:pt x="964597" y="484251"/>
                    <a:pt x="964597" y="305371"/>
                  </a:cubicBezTo>
                  <a:cubicBezTo>
                    <a:pt x="964597" y="188976"/>
                    <a:pt x="919544" y="105061"/>
                    <a:pt x="831056" y="55816"/>
                  </a:cubicBezTo>
                  <a:cubicBezTo>
                    <a:pt x="763619" y="18383"/>
                    <a:pt x="670084" y="190"/>
                    <a:pt x="544639" y="190"/>
                  </a:cubicBezTo>
                  <a:cubicBezTo>
                    <a:pt x="507206" y="1143"/>
                    <a:pt x="416909" y="4191"/>
                    <a:pt x="317468" y="4191"/>
                  </a:cubicBezTo>
                  <a:cubicBezTo>
                    <a:pt x="214313" y="4191"/>
                    <a:pt x="191" y="0"/>
                    <a:pt x="191" y="0"/>
                  </a:cubicBezTo>
                  <a:lnTo>
                    <a:pt x="191" y="74866"/>
                  </a:lnTo>
                  <a:lnTo>
                    <a:pt x="15050" y="74866"/>
                  </a:lnTo>
                  <a:cubicBezTo>
                    <a:pt x="71818" y="74486"/>
                    <a:pt x="135731" y="74771"/>
                    <a:pt x="152781" y="128683"/>
                  </a:cubicBezTo>
                  <a:cubicBezTo>
                    <a:pt x="168307" y="175355"/>
                    <a:pt x="168307" y="306896"/>
                    <a:pt x="168307" y="350139"/>
                  </a:cubicBezTo>
                  <a:lnTo>
                    <a:pt x="168307" y="841248"/>
                  </a:lnTo>
                  <a:cubicBezTo>
                    <a:pt x="168307" y="895445"/>
                    <a:pt x="168307" y="977837"/>
                    <a:pt x="161068" y="1034129"/>
                  </a:cubicBezTo>
                  <a:cubicBezTo>
                    <a:pt x="158972" y="1050798"/>
                    <a:pt x="156210" y="1065276"/>
                    <a:pt x="152686" y="1075944"/>
                  </a:cubicBezTo>
                  <a:cubicBezTo>
                    <a:pt x="135350" y="1129665"/>
                    <a:pt x="66104" y="1129665"/>
                    <a:pt x="10382" y="1129665"/>
                  </a:cubicBezTo>
                  <a:lnTo>
                    <a:pt x="0" y="1129665"/>
                  </a:lnTo>
                  <a:lnTo>
                    <a:pt x="0" y="1204532"/>
                  </a:lnTo>
                  <a:cubicBezTo>
                    <a:pt x="0" y="1204532"/>
                    <a:pt x="166783" y="1197102"/>
                    <a:pt x="278225" y="1197102"/>
                  </a:cubicBezTo>
                  <a:cubicBezTo>
                    <a:pt x="374047" y="1197102"/>
                    <a:pt x="540734" y="1204246"/>
                    <a:pt x="540734" y="1204532"/>
                  </a:cubicBezTo>
                  <a:lnTo>
                    <a:pt x="540734" y="1129665"/>
                  </a:lnTo>
                  <a:lnTo>
                    <a:pt x="525971" y="1129665"/>
                  </a:lnTo>
                  <a:cubicBezTo>
                    <a:pt x="470059" y="1129951"/>
                    <a:pt x="406813" y="1129760"/>
                    <a:pt x="388239" y="1075754"/>
                  </a:cubicBezTo>
                  <a:cubicBezTo>
                    <a:pt x="384620" y="1065086"/>
                    <a:pt x="381953" y="1050607"/>
                    <a:pt x="379857" y="1034034"/>
                  </a:cubicBezTo>
                  <a:cubicBezTo>
                    <a:pt x="372618" y="978122"/>
                    <a:pt x="372618" y="898017"/>
                    <a:pt x="372618" y="854297"/>
                  </a:cubicBezTo>
                  <a:lnTo>
                    <a:pt x="372618" y="653510"/>
                  </a:lnTo>
                  <a:cubicBezTo>
                    <a:pt x="439198" y="654082"/>
                    <a:pt x="444913" y="661035"/>
                    <a:pt x="479107" y="702469"/>
                  </a:cubicBezTo>
                  <a:cubicBezTo>
                    <a:pt x="485489" y="710089"/>
                    <a:pt x="492728" y="718756"/>
                    <a:pt x="501110" y="728472"/>
                  </a:cubicBezTo>
                  <a:lnTo>
                    <a:pt x="797909" y="1096804"/>
                  </a:lnTo>
                  <a:lnTo>
                    <a:pt x="885158" y="1204532"/>
                  </a:lnTo>
                  <a:cubicBezTo>
                    <a:pt x="885158" y="1204532"/>
                    <a:pt x="980885" y="1200436"/>
                    <a:pt x="1027366" y="1200436"/>
                  </a:cubicBezTo>
                  <a:cubicBezTo>
                    <a:pt x="1094994" y="1200436"/>
                    <a:pt x="1195102" y="1204627"/>
                    <a:pt x="1195102" y="1204627"/>
                  </a:cubicBezTo>
                  <a:lnTo>
                    <a:pt x="1195102" y="1131094"/>
                  </a:lnTo>
                  <a:lnTo>
                    <a:pt x="1186529" y="11297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Freeform 3">
            <a:extLst>
              <a:ext uri="{FF2B5EF4-FFF2-40B4-BE49-F238E27FC236}">
                <a16:creationId xmlns:a16="http://schemas.microsoft.com/office/drawing/2014/main" id="{A0EE2348-9249-9465-D9B8-6BBB85196878}"/>
              </a:ext>
            </a:extLst>
          </p:cNvPr>
          <p:cNvSpPr>
            <a:spLocks/>
          </p:cNvSpPr>
          <p:nvPr userDrawn="1"/>
        </p:nvSpPr>
        <p:spPr>
          <a:xfrm>
            <a:off x="-764948" y="3256979"/>
            <a:ext cx="6720906" cy="6720906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rgbClr val="E6E7E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50E98CC-7296-2F49-FAD0-8B8680C0D6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9487" y="4170448"/>
            <a:ext cx="4520513" cy="88537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Subhead</a:t>
            </a:r>
          </a:p>
          <a:p>
            <a:r>
              <a:rPr lang="en-US" dirty="0"/>
              <a:t>Click to add date</a:t>
            </a: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AF2FF807-C4D9-3E13-2A99-1640E4C67030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165067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2D809F9-B222-DBDE-8C4B-1BDA1F29903F}"/>
              </a:ext>
            </a:extLst>
          </p:cNvPr>
          <p:cNvSpPr/>
          <p:nvPr userDrawn="1"/>
        </p:nvSpPr>
        <p:spPr>
          <a:xfrm>
            <a:off x="-15644" y="2564"/>
            <a:ext cx="1220764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7842850-3488-76C5-EADB-06C31203F652}"/>
              </a:ext>
            </a:extLst>
          </p:cNvPr>
          <p:cNvSpPr>
            <a:spLocks/>
          </p:cNvSpPr>
          <p:nvPr userDrawn="1"/>
        </p:nvSpPr>
        <p:spPr>
          <a:xfrm>
            <a:off x="-2093815" y="2347904"/>
            <a:ext cx="7629981" cy="7629981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FDD2A0-0E9C-4AF3-66A5-A4E8C23912D2}"/>
              </a:ext>
            </a:extLst>
          </p:cNvPr>
          <p:cNvSpPr>
            <a:spLocks/>
          </p:cNvSpPr>
          <p:nvPr userDrawn="1"/>
        </p:nvSpPr>
        <p:spPr>
          <a:xfrm>
            <a:off x="-105254" y="242047"/>
            <a:ext cx="12080791" cy="12080791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rgbClr val="F7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" name="Graphic 22">
            <a:extLst>
              <a:ext uri="{FF2B5EF4-FFF2-40B4-BE49-F238E27FC236}">
                <a16:creationId xmlns:a16="http://schemas.microsoft.com/office/drawing/2014/main" id="{46AD9553-3EB2-6CBD-D8EC-A882BD5C35AE}"/>
              </a:ext>
            </a:extLst>
          </p:cNvPr>
          <p:cNvGrpSpPr/>
          <p:nvPr userDrawn="1"/>
        </p:nvGrpSpPr>
        <p:grpSpPr>
          <a:xfrm>
            <a:off x="326276" y="360373"/>
            <a:ext cx="1694113" cy="640154"/>
            <a:chOff x="2728880" y="3418045"/>
            <a:chExt cx="3190208" cy="1205483"/>
          </a:xfrm>
          <a:solidFill>
            <a:srgbClr val="F8690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110B352-877F-8187-FB48-B2E7FF9ECF37}"/>
                </a:ext>
              </a:extLst>
            </p:cNvPr>
            <p:cNvSpPr/>
            <p:nvPr/>
          </p:nvSpPr>
          <p:spPr>
            <a:xfrm>
              <a:off x="4081525" y="3418140"/>
              <a:ext cx="547877" cy="1204531"/>
            </a:xfrm>
            <a:custGeom>
              <a:avLst/>
              <a:gdLst>
                <a:gd name="connsiteX0" fmla="*/ 393478 w 547877"/>
                <a:gd name="connsiteY0" fmla="*/ 129064 h 1204531"/>
                <a:gd name="connsiteX1" fmla="*/ 537686 w 547877"/>
                <a:gd name="connsiteY1" fmla="*/ 74771 h 1204531"/>
                <a:gd name="connsiteX2" fmla="*/ 547878 w 547877"/>
                <a:gd name="connsiteY2" fmla="*/ 74771 h 1204531"/>
                <a:gd name="connsiteX3" fmla="*/ 547878 w 547877"/>
                <a:gd name="connsiteY3" fmla="*/ 0 h 1204531"/>
                <a:gd name="connsiteX4" fmla="*/ 267938 w 547877"/>
                <a:gd name="connsiteY4" fmla="*/ 4667 h 1204531"/>
                <a:gd name="connsiteX5" fmla="*/ 0 w 547877"/>
                <a:gd name="connsiteY5" fmla="*/ 0 h 1204531"/>
                <a:gd name="connsiteX6" fmla="*/ 0 w 547877"/>
                <a:gd name="connsiteY6" fmla="*/ 74771 h 1204531"/>
                <a:gd name="connsiteX7" fmla="*/ 10192 w 547877"/>
                <a:gd name="connsiteY7" fmla="*/ 74771 h 1204531"/>
                <a:gd name="connsiteX8" fmla="*/ 154400 w 547877"/>
                <a:gd name="connsiteY8" fmla="*/ 128968 h 1204531"/>
                <a:gd name="connsiteX9" fmla="*/ 171640 w 547877"/>
                <a:gd name="connsiteY9" fmla="*/ 363188 h 1204531"/>
                <a:gd name="connsiteX10" fmla="*/ 171640 w 547877"/>
                <a:gd name="connsiteY10" fmla="*/ 841153 h 1204531"/>
                <a:gd name="connsiteX11" fmla="*/ 154496 w 547877"/>
                <a:gd name="connsiteY11" fmla="*/ 1075373 h 1204531"/>
                <a:gd name="connsiteX12" fmla="*/ 10192 w 547877"/>
                <a:gd name="connsiteY12" fmla="*/ 1129569 h 1204531"/>
                <a:gd name="connsiteX13" fmla="*/ 0 w 547877"/>
                <a:gd name="connsiteY13" fmla="*/ 1129569 h 1204531"/>
                <a:gd name="connsiteX14" fmla="*/ 0 w 547877"/>
                <a:gd name="connsiteY14" fmla="*/ 1204531 h 1204531"/>
                <a:gd name="connsiteX15" fmla="*/ 268224 w 547877"/>
                <a:gd name="connsiteY15" fmla="*/ 1197102 h 1204531"/>
                <a:gd name="connsiteX16" fmla="*/ 547878 w 547877"/>
                <a:gd name="connsiteY16" fmla="*/ 1204531 h 1204531"/>
                <a:gd name="connsiteX17" fmla="*/ 547878 w 547877"/>
                <a:gd name="connsiteY17" fmla="*/ 1129569 h 1204531"/>
                <a:gd name="connsiteX18" fmla="*/ 537686 w 547877"/>
                <a:gd name="connsiteY18" fmla="*/ 1129569 h 1204531"/>
                <a:gd name="connsiteX19" fmla="*/ 393478 w 547877"/>
                <a:gd name="connsiteY19" fmla="*/ 1075468 h 1204531"/>
                <a:gd name="connsiteX20" fmla="*/ 376333 w 547877"/>
                <a:gd name="connsiteY20" fmla="*/ 841153 h 1204531"/>
                <a:gd name="connsiteX21" fmla="*/ 376333 w 547877"/>
                <a:gd name="connsiteY21" fmla="*/ 363188 h 1204531"/>
                <a:gd name="connsiteX22" fmla="*/ 393478 w 547877"/>
                <a:gd name="connsiteY22" fmla="*/ 129064 h 120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7877" h="1204531">
                  <a:moveTo>
                    <a:pt x="393478" y="129064"/>
                  </a:moveTo>
                  <a:cubicBezTo>
                    <a:pt x="414242" y="74771"/>
                    <a:pt x="482727" y="74771"/>
                    <a:pt x="537686" y="74771"/>
                  </a:cubicBezTo>
                  <a:lnTo>
                    <a:pt x="547878" y="74771"/>
                  </a:lnTo>
                  <a:lnTo>
                    <a:pt x="547878" y="0"/>
                  </a:lnTo>
                  <a:cubicBezTo>
                    <a:pt x="547878" y="0"/>
                    <a:pt x="333565" y="4667"/>
                    <a:pt x="267938" y="4667"/>
                  </a:cubicBezTo>
                  <a:cubicBezTo>
                    <a:pt x="200406" y="4667"/>
                    <a:pt x="0" y="0"/>
                    <a:pt x="0" y="0"/>
                  </a:cubicBezTo>
                  <a:lnTo>
                    <a:pt x="0" y="74771"/>
                  </a:lnTo>
                  <a:lnTo>
                    <a:pt x="10192" y="74771"/>
                  </a:lnTo>
                  <a:cubicBezTo>
                    <a:pt x="65246" y="74771"/>
                    <a:pt x="133731" y="74771"/>
                    <a:pt x="154400" y="128968"/>
                  </a:cubicBezTo>
                  <a:cubicBezTo>
                    <a:pt x="171640" y="175450"/>
                    <a:pt x="171640" y="307086"/>
                    <a:pt x="171640" y="363188"/>
                  </a:cubicBezTo>
                  <a:lnTo>
                    <a:pt x="171640" y="841153"/>
                  </a:lnTo>
                  <a:cubicBezTo>
                    <a:pt x="171640" y="897350"/>
                    <a:pt x="171640" y="1028890"/>
                    <a:pt x="154496" y="1075373"/>
                  </a:cubicBezTo>
                  <a:cubicBezTo>
                    <a:pt x="133731" y="1129569"/>
                    <a:pt x="65246" y="1129569"/>
                    <a:pt x="10192" y="1129569"/>
                  </a:cubicBezTo>
                  <a:lnTo>
                    <a:pt x="0" y="1129569"/>
                  </a:lnTo>
                  <a:lnTo>
                    <a:pt x="0" y="1204531"/>
                  </a:lnTo>
                  <a:cubicBezTo>
                    <a:pt x="0" y="1204341"/>
                    <a:pt x="173260" y="1197102"/>
                    <a:pt x="268224" y="1197102"/>
                  </a:cubicBezTo>
                  <a:cubicBezTo>
                    <a:pt x="377476" y="1197102"/>
                    <a:pt x="547878" y="1204531"/>
                    <a:pt x="547878" y="1204531"/>
                  </a:cubicBezTo>
                  <a:lnTo>
                    <a:pt x="547878" y="1129569"/>
                  </a:lnTo>
                  <a:lnTo>
                    <a:pt x="537686" y="1129569"/>
                  </a:lnTo>
                  <a:cubicBezTo>
                    <a:pt x="482727" y="1129569"/>
                    <a:pt x="414242" y="1129569"/>
                    <a:pt x="393478" y="1075468"/>
                  </a:cubicBezTo>
                  <a:cubicBezTo>
                    <a:pt x="376333" y="1028890"/>
                    <a:pt x="376333" y="897350"/>
                    <a:pt x="376333" y="841153"/>
                  </a:cubicBezTo>
                  <a:lnTo>
                    <a:pt x="376333" y="363188"/>
                  </a:lnTo>
                  <a:cubicBezTo>
                    <a:pt x="376333" y="307086"/>
                    <a:pt x="376333" y="175450"/>
                    <a:pt x="393478" y="12906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60DCAFF-F799-225C-ED97-BC6090D3CC2E}"/>
                </a:ext>
              </a:extLst>
            </p:cNvPr>
            <p:cNvSpPr/>
            <p:nvPr/>
          </p:nvSpPr>
          <p:spPr>
            <a:xfrm>
              <a:off x="4792185" y="3419283"/>
              <a:ext cx="1126902" cy="1204245"/>
            </a:xfrm>
            <a:custGeom>
              <a:avLst/>
              <a:gdLst>
                <a:gd name="connsiteX0" fmla="*/ 0 w 1126902"/>
                <a:gd name="connsiteY0" fmla="*/ 0 h 1204245"/>
                <a:gd name="connsiteX1" fmla="*/ 0 w 1126902"/>
                <a:gd name="connsiteY1" fmla="*/ 312420 h 1204245"/>
                <a:gd name="connsiteX2" fmla="*/ 74295 w 1126902"/>
                <a:gd name="connsiteY2" fmla="*/ 312420 h 1204245"/>
                <a:gd name="connsiteX3" fmla="*/ 74581 w 1126902"/>
                <a:gd name="connsiteY3" fmla="*/ 302609 h 1204245"/>
                <a:gd name="connsiteX4" fmla="*/ 334328 w 1126902"/>
                <a:gd name="connsiteY4" fmla="*/ 90773 h 1204245"/>
                <a:gd name="connsiteX5" fmla="*/ 352330 w 1126902"/>
                <a:gd name="connsiteY5" fmla="*/ 90678 h 1204245"/>
                <a:gd name="connsiteX6" fmla="*/ 453200 w 1126902"/>
                <a:gd name="connsiteY6" fmla="*/ 106204 h 1204245"/>
                <a:gd name="connsiteX7" fmla="*/ 461201 w 1126902"/>
                <a:gd name="connsiteY7" fmla="*/ 128873 h 1204245"/>
                <a:gd name="connsiteX8" fmla="*/ 461201 w 1126902"/>
                <a:gd name="connsiteY8" fmla="*/ 950119 h 1204245"/>
                <a:gd name="connsiteX9" fmla="*/ 272510 w 1126902"/>
                <a:gd name="connsiteY9" fmla="*/ 1129475 h 1204245"/>
                <a:gd name="connsiteX10" fmla="*/ 262700 w 1126902"/>
                <a:gd name="connsiteY10" fmla="*/ 1129856 h 1204245"/>
                <a:gd name="connsiteX11" fmla="*/ 262700 w 1126902"/>
                <a:gd name="connsiteY11" fmla="*/ 1204246 h 1204245"/>
                <a:gd name="connsiteX12" fmla="*/ 578548 w 1126902"/>
                <a:gd name="connsiteY12" fmla="*/ 1196911 h 1204245"/>
                <a:gd name="connsiteX13" fmla="*/ 864203 w 1126902"/>
                <a:gd name="connsiteY13" fmla="*/ 1204246 h 1204245"/>
                <a:gd name="connsiteX14" fmla="*/ 864203 w 1126902"/>
                <a:gd name="connsiteY14" fmla="*/ 1129856 h 1204245"/>
                <a:gd name="connsiteX15" fmla="*/ 854393 w 1126902"/>
                <a:gd name="connsiteY15" fmla="*/ 1129475 h 1204245"/>
                <a:gd name="connsiteX16" fmla="*/ 665702 w 1126902"/>
                <a:gd name="connsiteY16" fmla="*/ 950119 h 1204245"/>
                <a:gd name="connsiteX17" fmla="*/ 665702 w 1126902"/>
                <a:gd name="connsiteY17" fmla="*/ 128873 h 1204245"/>
                <a:gd name="connsiteX18" fmla="*/ 673608 w 1126902"/>
                <a:gd name="connsiteY18" fmla="*/ 108490 h 1204245"/>
                <a:gd name="connsiteX19" fmla="*/ 791718 w 1126902"/>
                <a:gd name="connsiteY19" fmla="*/ 90488 h 1204245"/>
                <a:gd name="connsiteX20" fmla="*/ 815912 w 1126902"/>
                <a:gd name="connsiteY20" fmla="*/ 90773 h 1204245"/>
                <a:gd name="connsiteX21" fmla="*/ 1052513 w 1126902"/>
                <a:gd name="connsiteY21" fmla="*/ 302895 h 1204245"/>
                <a:gd name="connsiteX22" fmla="*/ 1053084 w 1126902"/>
                <a:gd name="connsiteY22" fmla="*/ 312420 h 1204245"/>
                <a:gd name="connsiteX23" fmla="*/ 1126903 w 1126902"/>
                <a:gd name="connsiteY23" fmla="*/ 312420 h 1204245"/>
                <a:gd name="connsiteX24" fmla="*/ 1126903 w 1126902"/>
                <a:gd name="connsiteY24" fmla="*/ 0 h 1204245"/>
                <a:gd name="connsiteX25" fmla="*/ 563404 w 1126902"/>
                <a:gd name="connsiteY25" fmla="*/ 2857 h 1204245"/>
                <a:gd name="connsiteX26" fmla="*/ 0 w 1126902"/>
                <a:gd name="connsiteY26" fmla="*/ 0 h 120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26902" h="1204245">
                  <a:moveTo>
                    <a:pt x="0" y="0"/>
                  </a:moveTo>
                  <a:lnTo>
                    <a:pt x="0" y="312420"/>
                  </a:lnTo>
                  <a:lnTo>
                    <a:pt x="74295" y="312420"/>
                  </a:lnTo>
                  <a:lnTo>
                    <a:pt x="74581" y="302609"/>
                  </a:lnTo>
                  <a:cubicBezTo>
                    <a:pt x="81344" y="99346"/>
                    <a:pt x="159163" y="90773"/>
                    <a:pt x="334328" y="90773"/>
                  </a:cubicBezTo>
                  <a:cubicBezTo>
                    <a:pt x="340328" y="90773"/>
                    <a:pt x="346424" y="90773"/>
                    <a:pt x="352330" y="90678"/>
                  </a:cubicBezTo>
                  <a:cubicBezTo>
                    <a:pt x="395859" y="90392"/>
                    <a:pt x="437007" y="90106"/>
                    <a:pt x="453200" y="106204"/>
                  </a:cubicBezTo>
                  <a:cubicBezTo>
                    <a:pt x="458629" y="111538"/>
                    <a:pt x="461201" y="118967"/>
                    <a:pt x="461201" y="128873"/>
                  </a:cubicBezTo>
                  <a:lnTo>
                    <a:pt x="461201" y="950119"/>
                  </a:lnTo>
                  <a:cubicBezTo>
                    <a:pt x="461201" y="1072039"/>
                    <a:pt x="444151" y="1122426"/>
                    <a:pt x="272510" y="1129475"/>
                  </a:cubicBezTo>
                  <a:lnTo>
                    <a:pt x="262700" y="1129856"/>
                  </a:lnTo>
                  <a:lnTo>
                    <a:pt x="262700" y="1204246"/>
                  </a:lnTo>
                  <a:cubicBezTo>
                    <a:pt x="262700" y="1204246"/>
                    <a:pt x="462725" y="1196911"/>
                    <a:pt x="578548" y="1196911"/>
                  </a:cubicBezTo>
                  <a:cubicBezTo>
                    <a:pt x="666941" y="1196911"/>
                    <a:pt x="864203" y="1204246"/>
                    <a:pt x="864203" y="1204246"/>
                  </a:cubicBezTo>
                  <a:lnTo>
                    <a:pt x="864203" y="1129856"/>
                  </a:lnTo>
                  <a:lnTo>
                    <a:pt x="854393" y="1129475"/>
                  </a:lnTo>
                  <a:cubicBezTo>
                    <a:pt x="682752" y="1122426"/>
                    <a:pt x="665702" y="1072039"/>
                    <a:pt x="665702" y="950119"/>
                  </a:cubicBezTo>
                  <a:lnTo>
                    <a:pt x="665702" y="128873"/>
                  </a:lnTo>
                  <a:cubicBezTo>
                    <a:pt x="665702" y="120396"/>
                    <a:pt x="668369" y="113729"/>
                    <a:pt x="673608" y="108490"/>
                  </a:cubicBezTo>
                  <a:cubicBezTo>
                    <a:pt x="693420" y="89059"/>
                    <a:pt x="747903" y="89821"/>
                    <a:pt x="791718" y="90488"/>
                  </a:cubicBezTo>
                  <a:cubicBezTo>
                    <a:pt x="800005" y="90583"/>
                    <a:pt x="808196" y="90773"/>
                    <a:pt x="815912" y="90773"/>
                  </a:cubicBezTo>
                  <a:cubicBezTo>
                    <a:pt x="987267" y="90773"/>
                    <a:pt x="1042511" y="140303"/>
                    <a:pt x="1052513" y="302895"/>
                  </a:cubicBezTo>
                  <a:lnTo>
                    <a:pt x="1053084" y="312420"/>
                  </a:lnTo>
                  <a:lnTo>
                    <a:pt x="1126903" y="312420"/>
                  </a:lnTo>
                  <a:lnTo>
                    <a:pt x="1126903" y="0"/>
                  </a:lnTo>
                  <a:cubicBezTo>
                    <a:pt x="1126903" y="0"/>
                    <a:pt x="694468" y="2857"/>
                    <a:pt x="563404" y="2857"/>
                  </a:cubicBezTo>
                  <a:cubicBezTo>
                    <a:pt x="432340" y="2857"/>
                    <a:pt x="0" y="0"/>
                    <a:pt x="0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F2A89F3-32AB-EF3A-C301-1CCA565CDC18}"/>
                </a:ext>
              </a:extLst>
            </p:cNvPr>
            <p:cNvSpPr/>
            <p:nvPr/>
          </p:nvSpPr>
          <p:spPr>
            <a:xfrm>
              <a:off x="2728880" y="3418045"/>
              <a:ext cx="1195101" cy="1204626"/>
            </a:xfrm>
            <a:custGeom>
              <a:avLst/>
              <a:gdLst>
                <a:gd name="connsiteX0" fmla="*/ 372618 w 1195101"/>
                <a:gd name="connsiteY0" fmla="*/ 571786 h 1204626"/>
                <a:gd name="connsiteX1" fmla="*/ 372523 w 1195101"/>
                <a:gd name="connsiteY1" fmla="*/ 134303 h 1204626"/>
                <a:gd name="connsiteX2" fmla="*/ 386239 w 1195101"/>
                <a:gd name="connsiteY2" fmla="*/ 86487 h 1204626"/>
                <a:gd name="connsiteX3" fmla="*/ 498348 w 1195101"/>
                <a:gd name="connsiteY3" fmla="*/ 85630 h 1204626"/>
                <a:gd name="connsiteX4" fmla="*/ 738473 w 1195101"/>
                <a:gd name="connsiteY4" fmla="*/ 330518 h 1204626"/>
                <a:gd name="connsiteX5" fmla="*/ 640747 w 1195101"/>
                <a:gd name="connsiteY5" fmla="*/ 541687 h 1204626"/>
                <a:gd name="connsiteX6" fmla="*/ 372618 w 1195101"/>
                <a:gd name="connsiteY6" fmla="*/ 571786 h 1204626"/>
                <a:gd name="connsiteX7" fmla="*/ 1186529 w 1195101"/>
                <a:gd name="connsiteY7" fmla="*/ 1129760 h 1204626"/>
                <a:gd name="connsiteX8" fmla="*/ 1017461 w 1195101"/>
                <a:gd name="connsiteY8" fmla="*/ 1040702 h 1204626"/>
                <a:gd name="connsiteX9" fmla="*/ 661797 w 1195101"/>
                <a:gd name="connsiteY9" fmla="*/ 632460 h 1204626"/>
                <a:gd name="connsiteX10" fmla="*/ 964597 w 1195101"/>
                <a:gd name="connsiteY10" fmla="*/ 305371 h 1204626"/>
                <a:gd name="connsiteX11" fmla="*/ 831056 w 1195101"/>
                <a:gd name="connsiteY11" fmla="*/ 55816 h 1204626"/>
                <a:gd name="connsiteX12" fmla="*/ 544639 w 1195101"/>
                <a:gd name="connsiteY12" fmla="*/ 190 h 1204626"/>
                <a:gd name="connsiteX13" fmla="*/ 317468 w 1195101"/>
                <a:gd name="connsiteY13" fmla="*/ 4191 h 1204626"/>
                <a:gd name="connsiteX14" fmla="*/ 191 w 1195101"/>
                <a:gd name="connsiteY14" fmla="*/ 0 h 1204626"/>
                <a:gd name="connsiteX15" fmla="*/ 191 w 1195101"/>
                <a:gd name="connsiteY15" fmla="*/ 74866 h 1204626"/>
                <a:gd name="connsiteX16" fmla="*/ 15050 w 1195101"/>
                <a:gd name="connsiteY16" fmla="*/ 74866 h 1204626"/>
                <a:gd name="connsiteX17" fmla="*/ 152781 w 1195101"/>
                <a:gd name="connsiteY17" fmla="*/ 128683 h 1204626"/>
                <a:gd name="connsiteX18" fmla="*/ 168307 w 1195101"/>
                <a:gd name="connsiteY18" fmla="*/ 350139 h 1204626"/>
                <a:gd name="connsiteX19" fmla="*/ 168307 w 1195101"/>
                <a:gd name="connsiteY19" fmla="*/ 841248 h 1204626"/>
                <a:gd name="connsiteX20" fmla="*/ 161068 w 1195101"/>
                <a:gd name="connsiteY20" fmla="*/ 1034129 h 1204626"/>
                <a:gd name="connsiteX21" fmla="*/ 152686 w 1195101"/>
                <a:gd name="connsiteY21" fmla="*/ 1075944 h 1204626"/>
                <a:gd name="connsiteX22" fmla="*/ 10382 w 1195101"/>
                <a:gd name="connsiteY22" fmla="*/ 1129665 h 1204626"/>
                <a:gd name="connsiteX23" fmla="*/ 0 w 1195101"/>
                <a:gd name="connsiteY23" fmla="*/ 1129665 h 1204626"/>
                <a:gd name="connsiteX24" fmla="*/ 0 w 1195101"/>
                <a:gd name="connsiteY24" fmla="*/ 1204532 h 1204626"/>
                <a:gd name="connsiteX25" fmla="*/ 278225 w 1195101"/>
                <a:gd name="connsiteY25" fmla="*/ 1197102 h 1204626"/>
                <a:gd name="connsiteX26" fmla="*/ 540734 w 1195101"/>
                <a:gd name="connsiteY26" fmla="*/ 1204532 h 1204626"/>
                <a:gd name="connsiteX27" fmla="*/ 540734 w 1195101"/>
                <a:gd name="connsiteY27" fmla="*/ 1129665 h 1204626"/>
                <a:gd name="connsiteX28" fmla="*/ 525971 w 1195101"/>
                <a:gd name="connsiteY28" fmla="*/ 1129665 h 1204626"/>
                <a:gd name="connsiteX29" fmla="*/ 388239 w 1195101"/>
                <a:gd name="connsiteY29" fmla="*/ 1075754 h 1204626"/>
                <a:gd name="connsiteX30" fmla="*/ 379857 w 1195101"/>
                <a:gd name="connsiteY30" fmla="*/ 1034034 h 1204626"/>
                <a:gd name="connsiteX31" fmla="*/ 372618 w 1195101"/>
                <a:gd name="connsiteY31" fmla="*/ 854297 h 1204626"/>
                <a:gd name="connsiteX32" fmla="*/ 372618 w 1195101"/>
                <a:gd name="connsiteY32" fmla="*/ 653510 h 1204626"/>
                <a:gd name="connsiteX33" fmla="*/ 479107 w 1195101"/>
                <a:gd name="connsiteY33" fmla="*/ 702469 h 1204626"/>
                <a:gd name="connsiteX34" fmla="*/ 501110 w 1195101"/>
                <a:gd name="connsiteY34" fmla="*/ 728472 h 1204626"/>
                <a:gd name="connsiteX35" fmla="*/ 797909 w 1195101"/>
                <a:gd name="connsiteY35" fmla="*/ 1096804 h 1204626"/>
                <a:gd name="connsiteX36" fmla="*/ 885158 w 1195101"/>
                <a:gd name="connsiteY36" fmla="*/ 1204532 h 1204626"/>
                <a:gd name="connsiteX37" fmla="*/ 1027366 w 1195101"/>
                <a:gd name="connsiteY37" fmla="*/ 1200436 h 1204626"/>
                <a:gd name="connsiteX38" fmla="*/ 1195102 w 1195101"/>
                <a:gd name="connsiteY38" fmla="*/ 1204627 h 1204626"/>
                <a:gd name="connsiteX39" fmla="*/ 1195102 w 1195101"/>
                <a:gd name="connsiteY39" fmla="*/ 1131094 h 1204626"/>
                <a:gd name="connsiteX40" fmla="*/ 1186529 w 1195101"/>
                <a:gd name="connsiteY40" fmla="*/ 1129760 h 1204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195101" h="1204626">
                  <a:moveTo>
                    <a:pt x="372618" y="571786"/>
                  </a:moveTo>
                  <a:cubicBezTo>
                    <a:pt x="372618" y="571786"/>
                    <a:pt x="372618" y="136874"/>
                    <a:pt x="372523" y="134303"/>
                  </a:cubicBezTo>
                  <a:cubicBezTo>
                    <a:pt x="372237" y="116967"/>
                    <a:pt x="371761" y="93250"/>
                    <a:pt x="386239" y="86487"/>
                  </a:cubicBezTo>
                  <a:cubicBezTo>
                    <a:pt x="396240" y="82105"/>
                    <a:pt x="493014" y="85630"/>
                    <a:pt x="498348" y="85630"/>
                  </a:cubicBezTo>
                  <a:cubicBezTo>
                    <a:pt x="650938" y="85630"/>
                    <a:pt x="738473" y="174974"/>
                    <a:pt x="738473" y="330518"/>
                  </a:cubicBezTo>
                  <a:cubicBezTo>
                    <a:pt x="738473" y="443960"/>
                    <a:pt x="708374" y="509016"/>
                    <a:pt x="640747" y="541687"/>
                  </a:cubicBezTo>
                  <a:cubicBezTo>
                    <a:pt x="577691" y="571976"/>
                    <a:pt x="372618" y="571786"/>
                    <a:pt x="372618" y="571786"/>
                  </a:cubicBezTo>
                  <a:moveTo>
                    <a:pt x="1186529" y="1129760"/>
                  </a:moveTo>
                  <a:cubicBezTo>
                    <a:pt x="1100138" y="1116235"/>
                    <a:pt x="1074134" y="1106424"/>
                    <a:pt x="1017461" y="1040702"/>
                  </a:cubicBezTo>
                  <a:lnTo>
                    <a:pt x="661797" y="632460"/>
                  </a:lnTo>
                  <a:cubicBezTo>
                    <a:pt x="849059" y="608076"/>
                    <a:pt x="964597" y="484251"/>
                    <a:pt x="964597" y="305371"/>
                  </a:cubicBezTo>
                  <a:cubicBezTo>
                    <a:pt x="964597" y="188976"/>
                    <a:pt x="919544" y="105061"/>
                    <a:pt x="831056" y="55816"/>
                  </a:cubicBezTo>
                  <a:cubicBezTo>
                    <a:pt x="763619" y="18383"/>
                    <a:pt x="670084" y="190"/>
                    <a:pt x="544639" y="190"/>
                  </a:cubicBezTo>
                  <a:cubicBezTo>
                    <a:pt x="507206" y="1143"/>
                    <a:pt x="416909" y="4191"/>
                    <a:pt x="317468" y="4191"/>
                  </a:cubicBezTo>
                  <a:cubicBezTo>
                    <a:pt x="214313" y="4191"/>
                    <a:pt x="191" y="0"/>
                    <a:pt x="191" y="0"/>
                  </a:cubicBezTo>
                  <a:lnTo>
                    <a:pt x="191" y="74866"/>
                  </a:lnTo>
                  <a:lnTo>
                    <a:pt x="15050" y="74866"/>
                  </a:lnTo>
                  <a:cubicBezTo>
                    <a:pt x="71818" y="74486"/>
                    <a:pt x="135731" y="74771"/>
                    <a:pt x="152781" y="128683"/>
                  </a:cubicBezTo>
                  <a:cubicBezTo>
                    <a:pt x="168307" y="175355"/>
                    <a:pt x="168307" y="306896"/>
                    <a:pt x="168307" y="350139"/>
                  </a:cubicBezTo>
                  <a:lnTo>
                    <a:pt x="168307" y="841248"/>
                  </a:lnTo>
                  <a:cubicBezTo>
                    <a:pt x="168307" y="895445"/>
                    <a:pt x="168307" y="977837"/>
                    <a:pt x="161068" y="1034129"/>
                  </a:cubicBezTo>
                  <a:cubicBezTo>
                    <a:pt x="158972" y="1050798"/>
                    <a:pt x="156210" y="1065276"/>
                    <a:pt x="152686" y="1075944"/>
                  </a:cubicBezTo>
                  <a:cubicBezTo>
                    <a:pt x="135350" y="1129665"/>
                    <a:pt x="66104" y="1129665"/>
                    <a:pt x="10382" y="1129665"/>
                  </a:cubicBezTo>
                  <a:lnTo>
                    <a:pt x="0" y="1129665"/>
                  </a:lnTo>
                  <a:lnTo>
                    <a:pt x="0" y="1204532"/>
                  </a:lnTo>
                  <a:cubicBezTo>
                    <a:pt x="0" y="1204532"/>
                    <a:pt x="166783" y="1197102"/>
                    <a:pt x="278225" y="1197102"/>
                  </a:cubicBezTo>
                  <a:cubicBezTo>
                    <a:pt x="374047" y="1197102"/>
                    <a:pt x="540734" y="1204246"/>
                    <a:pt x="540734" y="1204532"/>
                  </a:cubicBezTo>
                  <a:lnTo>
                    <a:pt x="540734" y="1129665"/>
                  </a:lnTo>
                  <a:lnTo>
                    <a:pt x="525971" y="1129665"/>
                  </a:lnTo>
                  <a:cubicBezTo>
                    <a:pt x="470059" y="1129951"/>
                    <a:pt x="406813" y="1129760"/>
                    <a:pt x="388239" y="1075754"/>
                  </a:cubicBezTo>
                  <a:cubicBezTo>
                    <a:pt x="384620" y="1065086"/>
                    <a:pt x="381953" y="1050607"/>
                    <a:pt x="379857" y="1034034"/>
                  </a:cubicBezTo>
                  <a:cubicBezTo>
                    <a:pt x="372618" y="978122"/>
                    <a:pt x="372618" y="898017"/>
                    <a:pt x="372618" y="854297"/>
                  </a:cubicBezTo>
                  <a:lnTo>
                    <a:pt x="372618" y="653510"/>
                  </a:lnTo>
                  <a:cubicBezTo>
                    <a:pt x="439198" y="654082"/>
                    <a:pt x="444913" y="661035"/>
                    <a:pt x="479107" y="702469"/>
                  </a:cubicBezTo>
                  <a:cubicBezTo>
                    <a:pt x="485489" y="710089"/>
                    <a:pt x="492728" y="718756"/>
                    <a:pt x="501110" y="728472"/>
                  </a:cubicBezTo>
                  <a:lnTo>
                    <a:pt x="797909" y="1096804"/>
                  </a:lnTo>
                  <a:lnTo>
                    <a:pt x="885158" y="1204532"/>
                  </a:lnTo>
                  <a:cubicBezTo>
                    <a:pt x="885158" y="1204532"/>
                    <a:pt x="980885" y="1200436"/>
                    <a:pt x="1027366" y="1200436"/>
                  </a:cubicBezTo>
                  <a:cubicBezTo>
                    <a:pt x="1094994" y="1200436"/>
                    <a:pt x="1195102" y="1204627"/>
                    <a:pt x="1195102" y="1204627"/>
                  </a:cubicBezTo>
                  <a:lnTo>
                    <a:pt x="1195102" y="1131094"/>
                  </a:lnTo>
                  <a:lnTo>
                    <a:pt x="1186529" y="11297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Freeform 3">
            <a:extLst>
              <a:ext uri="{FF2B5EF4-FFF2-40B4-BE49-F238E27FC236}">
                <a16:creationId xmlns:a16="http://schemas.microsoft.com/office/drawing/2014/main" id="{A0EE2348-9249-9465-D9B8-6BBB85196878}"/>
              </a:ext>
            </a:extLst>
          </p:cNvPr>
          <p:cNvSpPr>
            <a:spLocks/>
          </p:cNvSpPr>
          <p:nvPr userDrawn="1"/>
        </p:nvSpPr>
        <p:spPr>
          <a:xfrm>
            <a:off x="-764948" y="3256979"/>
            <a:ext cx="6720906" cy="6720906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30A3FBA-4DDD-BBB5-96D5-FE0ADF4AF4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6043" y="1402477"/>
            <a:ext cx="5193957" cy="2585323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FA3BEA6-BB98-6E1D-4C04-D90D44AA7C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9487" y="4170448"/>
            <a:ext cx="4520513" cy="88537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Subhead</a:t>
            </a:r>
          </a:p>
          <a:p>
            <a:r>
              <a:rPr lang="en-US" dirty="0"/>
              <a:t>Click to add date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9412F6-B301-7330-EBA0-ECD7CBA500E9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00035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C2B1F43-EE0A-4251-814B-7FF34A9AD32E}"/>
              </a:ext>
            </a:extLst>
          </p:cNvPr>
          <p:cNvSpPr/>
          <p:nvPr userDrawn="1"/>
        </p:nvSpPr>
        <p:spPr>
          <a:xfrm>
            <a:off x="-7822" y="0"/>
            <a:ext cx="12207644" cy="6858000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7842850-3488-76C5-EADB-06C31203F652}"/>
              </a:ext>
            </a:extLst>
          </p:cNvPr>
          <p:cNvSpPr>
            <a:spLocks/>
          </p:cNvSpPr>
          <p:nvPr userDrawn="1"/>
        </p:nvSpPr>
        <p:spPr>
          <a:xfrm>
            <a:off x="-2093815" y="2347904"/>
            <a:ext cx="7629981" cy="7629981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E6B58C9F-DA2A-27A1-33A0-C0F5E4F3BA28}"/>
              </a:ext>
            </a:extLst>
          </p:cNvPr>
          <p:cNvSpPr>
            <a:spLocks/>
          </p:cNvSpPr>
          <p:nvPr userDrawn="1"/>
        </p:nvSpPr>
        <p:spPr>
          <a:xfrm>
            <a:off x="-105254" y="242047"/>
            <a:ext cx="12080791" cy="12080791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9DC08-176E-6D85-5320-81FA1E77A5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6043" y="1444487"/>
            <a:ext cx="5193957" cy="2543313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algn="r">
              <a:defRPr sz="6000">
                <a:solidFill>
                  <a:srgbClr val="F8690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62286-931F-57E7-B8F4-DCD882AC11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9487" y="4170448"/>
            <a:ext cx="4520513" cy="88537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buNone/>
              <a:defRPr sz="2400" b="1">
                <a:solidFill>
                  <a:srgbClr val="F8690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Subhead</a:t>
            </a:r>
          </a:p>
          <a:p>
            <a:r>
              <a:rPr lang="en-US" dirty="0"/>
              <a:t>Click to add date</a:t>
            </a:r>
          </a:p>
        </p:txBody>
      </p:sp>
      <p:grpSp>
        <p:nvGrpSpPr>
          <p:cNvPr id="7" name="Graphic 22">
            <a:extLst>
              <a:ext uri="{FF2B5EF4-FFF2-40B4-BE49-F238E27FC236}">
                <a16:creationId xmlns:a16="http://schemas.microsoft.com/office/drawing/2014/main" id="{46AD9553-3EB2-6CBD-D8EC-A882BD5C35AE}"/>
              </a:ext>
            </a:extLst>
          </p:cNvPr>
          <p:cNvGrpSpPr/>
          <p:nvPr userDrawn="1"/>
        </p:nvGrpSpPr>
        <p:grpSpPr>
          <a:xfrm>
            <a:off x="326276" y="360373"/>
            <a:ext cx="1694113" cy="640154"/>
            <a:chOff x="2728880" y="3418045"/>
            <a:chExt cx="3190208" cy="1205483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110B352-877F-8187-FB48-B2E7FF9ECF37}"/>
                </a:ext>
              </a:extLst>
            </p:cNvPr>
            <p:cNvSpPr/>
            <p:nvPr/>
          </p:nvSpPr>
          <p:spPr>
            <a:xfrm>
              <a:off x="4081525" y="3418140"/>
              <a:ext cx="547877" cy="1204531"/>
            </a:xfrm>
            <a:custGeom>
              <a:avLst/>
              <a:gdLst>
                <a:gd name="connsiteX0" fmla="*/ 393478 w 547877"/>
                <a:gd name="connsiteY0" fmla="*/ 129064 h 1204531"/>
                <a:gd name="connsiteX1" fmla="*/ 537686 w 547877"/>
                <a:gd name="connsiteY1" fmla="*/ 74771 h 1204531"/>
                <a:gd name="connsiteX2" fmla="*/ 547878 w 547877"/>
                <a:gd name="connsiteY2" fmla="*/ 74771 h 1204531"/>
                <a:gd name="connsiteX3" fmla="*/ 547878 w 547877"/>
                <a:gd name="connsiteY3" fmla="*/ 0 h 1204531"/>
                <a:gd name="connsiteX4" fmla="*/ 267938 w 547877"/>
                <a:gd name="connsiteY4" fmla="*/ 4667 h 1204531"/>
                <a:gd name="connsiteX5" fmla="*/ 0 w 547877"/>
                <a:gd name="connsiteY5" fmla="*/ 0 h 1204531"/>
                <a:gd name="connsiteX6" fmla="*/ 0 w 547877"/>
                <a:gd name="connsiteY6" fmla="*/ 74771 h 1204531"/>
                <a:gd name="connsiteX7" fmla="*/ 10192 w 547877"/>
                <a:gd name="connsiteY7" fmla="*/ 74771 h 1204531"/>
                <a:gd name="connsiteX8" fmla="*/ 154400 w 547877"/>
                <a:gd name="connsiteY8" fmla="*/ 128968 h 1204531"/>
                <a:gd name="connsiteX9" fmla="*/ 171640 w 547877"/>
                <a:gd name="connsiteY9" fmla="*/ 363188 h 1204531"/>
                <a:gd name="connsiteX10" fmla="*/ 171640 w 547877"/>
                <a:gd name="connsiteY10" fmla="*/ 841153 h 1204531"/>
                <a:gd name="connsiteX11" fmla="*/ 154496 w 547877"/>
                <a:gd name="connsiteY11" fmla="*/ 1075373 h 1204531"/>
                <a:gd name="connsiteX12" fmla="*/ 10192 w 547877"/>
                <a:gd name="connsiteY12" fmla="*/ 1129569 h 1204531"/>
                <a:gd name="connsiteX13" fmla="*/ 0 w 547877"/>
                <a:gd name="connsiteY13" fmla="*/ 1129569 h 1204531"/>
                <a:gd name="connsiteX14" fmla="*/ 0 w 547877"/>
                <a:gd name="connsiteY14" fmla="*/ 1204531 h 1204531"/>
                <a:gd name="connsiteX15" fmla="*/ 268224 w 547877"/>
                <a:gd name="connsiteY15" fmla="*/ 1197102 h 1204531"/>
                <a:gd name="connsiteX16" fmla="*/ 547878 w 547877"/>
                <a:gd name="connsiteY16" fmla="*/ 1204531 h 1204531"/>
                <a:gd name="connsiteX17" fmla="*/ 547878 w 547877"/>
                <a:gd name="connsiteY17" fmla="*/ 1129569 h 1204531"/>
                <a:gd name="connsiteX18" fmla="*/ 537686 w 547877"/>
                <a:gd name="connsiteY18" fmla="*/ 1129569 h 1204531"/>
                <a:gd name="connsiteX19" fmla="*/ 393478 w 547877"/>
                <a:gd name="connsiteY19" fmla="*/ 1075468 h 1204531"/>
                <a:gd name="connsiteX20" fmla="*/ 376333 w 547877"/>
                <a:gd name="connsiteY20" fmla="*/ 841153 h 1204531"/>
                <a:gd name="connsiteX21" fmla="*/ 376333 w 547877"/>
                <a:gd name="connsiteY21" fmla="*/ 363188 h 1204531"/>
                <a:gd name="connsiteX22" fmla="*/ 393478 w 547877"/>
                <a:gd name="connsiteY22" fmla="*/ 129064 h 120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7877" h="1204531">
                  <a:moveTo>
                    <a:pt x="393478" y="129064"/>
                  </a:moveTo>
                  <a:cubicBezTo>
                    <a:pt x="414242" y="74771"/>
                    <a:pt x="482727" y="74771"/>
                    <a:pt x="537686" y="74771"/>
                  </a:cubicBezTo>
                  <a:lnTo>
                    <a:pt x="547878" y="74771"/>
                  </a:lnTo>
                  <a:lnTo>
                    <a:pt x="547878" y="0"/>
                  </a:lnTo>
                  <a:cubicBezTo>
                    <a:pt x="547878" y="0"/>
                    <a:pt x="333565" y="4667"/>
                    <a:pt x="267938" y="4667"/>
                  </a:cubicBezTo>
                  <a:cubicBezTo>
                    <a:pt x="200406" y="4667"/>
                    <a:pt x="0" y="0"/>
                    <a:pt x="0" y="0"/>
                  </a:cubicBezTo>
                  <a:lnTo>
                    <a:pt x="0" y="74771"/>
                  </a:lnTo>
                  <a:lnTo>
                    <a:pt x="10192" y="74771"/>
                  </a:lnTo>
                  <a:cubicBezTo>
                    <a:pt x="65246" y="74771"/>
                    <a:pt x="133731" y="74771"/>
                    <a:pt x="154400" y="128968"/>
                  </a:cubicBezTo>
                  <a:cubicBezTo>
                    <a:pt x="171640" y="175450"/>
                    <a:pt x="171640" y="307086"/>
                    <a:pt x="171640" y="363188"/>
                  </a:cubicBezTo>
                  <a:lnTo>
                    <a:pt x="171640" y="841153"/>
                  </a:lnTo>
                  <a:cubicBezTo>
                    <a:pt x="171640" y="897350"/>
                    <a:pt x="171640" y="1028890"/>
                    <a:pt x="154496" y="1075373"/>
                  </a:cubicBezTo>
                  <a:cubicBezTo>
                    <a:pt x="133731" y="1129569"/>
                    <a:pt x="65246" y="1129569"/>
                    <a:pt x="10192" y="1129569"/>
                  </a:cubicBezTo>
                  <a:lnTo>
                    <a:pt x="0" y="1129569"/>
                  </a:lnTo>
                  <a:lnTo>
                    <a:pt x="0" y="1204531"/>
                  </a:lnTo>
                  <a:cubicBezTo>
                    <a:pt x="0" y="1204341"/>
                    <a:pt x="173260" y="1197102"/>
                    <a:pt x="268224" y="1197102"/>
                  </a:cubicBezTo>
                  <a:cubicBezTo>
                    <a:pt x="377476" y="1197102"/>
                    <a:pt x="547878" y="1204531"/>
                    <a:pt x="547878" y="1204531"/>
                  </a:cubicBezTo>
                  <a:lnTo>
                    <a:pt x="547878" y="1129569"/>
                  </a:lnTo>
                  <a:lnTo>
                    <a:pt x="537686" y="1129569"/>
                  </a:lnTo>
                  <a:cubicBezTo>
                    <a:pt x="482727" y="1129569"/>
                    <a:pt x="414242" y="1129569"/>
                    <a:pt x="393478" y="1075468"/>
                  </a:cubicBezTo>
                  <a:cubicBezTo>
                    <a:pt x="376333" y="1028890"/>
                    <a:pt x="376333" y="897350"/>
                    <a:pt x="376333" y="841153"/>
                  </a:cubicBezTo>
                  <a:lnTo>
                    <a:pt x="376333" y="363188"/>
                  </a:lnTo>
                  <a:cubicBezTo>
                    <a:pt x="376333" y="307086"/>
                    <a:pt x="376333" y="175450"/>
                    <a:pt x="393478" y="12906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60DCAFF-F799-225C-ED97-BC6090D3CC2E}"/>
                </a:ext>
              </a:extLst>
            </p:cNvPr>
            <p:cNvSpPr/>
            <p:nvPr/>
          </p:nvSpPr>
          <p:spPr>
            <a:xfrm>
              <a:off x="4792185" y="3419283"/>
              <a:ext cx="1126902" cy="1204245"/>
            </a:xfrm>
            <a:custGeom>
              <a:avLst/>
              <a:gdLst>
                <a:gd name="connsiteX0" fmla="*/ 0 w 1126902"/>
                <a:gd name="connsiteY0" fmla="*/ 0 h 1204245"/>
                <a:gd name="connsiteX1" fmla="*/ 0 w 1126902"/>
                <a:gd name="connsiteY1" fmla="*/ 312420 h 1204245"/>
                <a:gd name="connsiteX2" fmla="*/ 74295 w 1126902"/>
                <a:gd name="connsiteY2" fmla="*/ 312420 h 1204245"/>
                <a:gd name="connsiteX3" fmla="*/ 74581 w 1126902"/>
                <a:gd name="connsiteY3" fmla="*/ 302609 h 1204245"/>
                <a:gd name="connsiteX4" fmla="*/ 334328 w 1126902"/>
                <a:gd name="connsiteY4" fmla="*/ 90773 h 1204245"/>
                <a:gd name="connsiteX5" fmla="*/ 352330 w 1126902"/>
                <a:gd name="connsiteY5" fmla="*/ 90678 h 1204245"/>
                <a:gd name="connsiteX6" fmla="*/ 453200 w 1126902"/>
                <a:gd name="connsiteY6" fmla="*/ 106204 h 1204245"/>
                <a:gd name="connsiteX7" fmla="*/ 461201 w 1126902"/>
                <a:gd name="connsiteY7" fmla="*/ 128873 h 1204245"/>
                <a:gd name="connsiteX8" fmla="*/ 461201 w 1126902"/>
                <a:gd name="connsiteY8" fmla="*/ 950119 h 1204245"/>
                <a:gd name="connsiteX9" fmla="*/ 272510 w 1126902"/>
                <a:gd name="connsiteY9" fmla="*/ 1129475 h 1204245"/>
                <a:gd name="connsiteX10" fmla="*/ 262700 w 1126902"/>
                <a:gd name="connsiteY10" fmla="*/ 1129856 h 1204245"/>
                <a:gd name="connsiteX11" fmla="*/ 262700 w 1126902"/>
                <a:gd name="connsiteY11" fmla="*/ 1204246 h 1204245"/>
                <a:gd name="connsiteX12" fmla="*/ 578548 w 1126902"/>
                <a:gd name="connsiteY12" fmla="*/ 1196911 h 1204245"/>
                <a:gd name="connsiteX13" fmla="*/ 864203 w 1126902"/>
                <a:gd name="connsiteY13" fmla="*/ 1204246 h 1204245"/>
                <a:gd name="connsiteX14" fmla="*/ 864203 w 1126902"/>
                <a:gd name="connsiteY14" fmla="*/ 1129856 h 1204245"/>
                <a:gd name="connsiteX15" fmla="*/ 854393 w 1126902"/>
                <a:gd name="connsiteY15" fmla="*/ 1129475 h 1204245"/>
                <a:gd name="connsiteX16" fmla="*/ 665702 w 1126902"/>
                <a:gd name="connsiteY16" fmla="*/ 950119 h 1204245"/>
                <a:gd name="connsiteX17" fmla="*/ 665702 w 1126902"/>
                <a:gd name="connsiteY17" fmla="*/ 128873 h 1204245"/>
                <a:gd name="connsiteX18" fmla="*/ 673608 w 1126902"/>
                <a:gd name="connsiteY18" fmla="*/ 108490 h 1204245"/>
                <a:gd name="connsiteX19" fmla="*/ 791718 w 1126902"/>
                <a:gd name="connsiteY19" fmla="*/ 90488 h 1204245"/>
                <a:gd name="connsiteX20" fmla="*/ 815912 w 1126902"/>
                <a:gd name="connsiteY20" fmla="*/ 90773 h 1204245"/>
                <a:gd name="connsiteX21" fmla="*/ 1052513 w 1126902"/>
                <a:gd name="connsiteY21" fmla="*/ 302895 h 1204245"/>
                <a:gd name="connsiteX22" fmla="*/ 1053084 w 1126902"/>
                <a:gd name="connsiteY22" fmla="*/ 312420 h 1204245"/>
                <a:gd name="connsiteX23" fmla="*/ 1126903 w 1126902"/>
                <a:gd name="connsiteY23" fmla="*/ 312420 h 1204245"/>
                <a:gd name="connsiteX24" fmla="*/ 1126903 w 1126902"/>
                <a:gd name="connsiteY24" fmla="*/ 0 h 1204245"/>
                <a:gd name="connsiteX25" fmla="*/ 563404 w 1126902"/>
                <a:gd name="connsiteY25" fmla="*/ 2857 h 1204245"/>
                <a:gd name="connsiteX26" fmla="*/ 0 w 1126902"/>
                <a:gd name="connsiteY26" fmla="*/ 0 h 120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26902" h="1204245">
                  <a:moveTo>
                    <a:pt x="0" y="0"/>
                  </a:moveTo>
                  <a:lnTo>
                    <a:pt x="0" y="312420"/>
                  </a:lnTo>
                  <a:lnTo>
                    <a:pt x="74295" y="312420"/>
                  </a:lnTo>
                  <a:lnTo>
                    <a:pt x="74581" y="302609"/>
                  </a:lnTo>
                  <a:cubicBezTo>
                    <a:pt x="81344" y="99346"/>
                    <a:pt x="159163" y="90773"/>
                    <a:pt x="334328" y="90773"/>
                  </a:cubicBezTo>
                  <a:cubicBezTo>
                    <a:pt x="340328" y="90773"/>
                    <a:pt x="346424" y="90773"/>
                    <a:pt x="352330" y="90678"/>
                  </a:cubicBezTo>
                  <a:cubicBezTo>
                    <a:pt x="395859" y="90392"/>
                    <a:pt x="437007" y="90106"/>
                    <a:pt x="453200" y="106204"/>
                  </a:cubicBezTo>
                  <a:cubicBezTo>
                    <a:pt x="458629" y="111538"/>
                    <a:pt x="461201" y="118967"/>
                    <a:pt x="461201" y="128873"/>
                  </a:cubicBezTo>
                  <a:lnTo>
                    <a:pt x="461201" y="950119"/>
                  </a:lnTo>
                  <a:cubicBezTo>
                    <a:pt x="461201" y="1072039"/>
                    <a:pt x="444151" y="1122426"/>
                    <a:pt x="272510" y="1129475"/>
                  </a:cubicBezTo>
                  <a:lnTo>
                    <a:pt x="262700" y="1129856"/>
                  </a:lnTo>
                  <a:lnTo>
                    <a:pt x="262700" y="1204246"/>
                  </a:lnTo>
                  <a:cubicBezTo>
                    <a:pt x="262700" y="1204246"/>
                    <a:pt x="462725" y="1196911"/>
                    <a:pt x="578548" y="1196911"/>
                  </a:cubicBezTo>
                  <a:cubicBezTo>
                    <a:pt x="666941" y="1196911"/>
                    <a:pt x="864203" y="1204246"/>
                    <a:pt x="864203" y="1204246"/>
                  </a:cubicBezTo>
                  <a:lnTo>
                    <a:pt x="864203" y="1129856"/>
                  </a:lnTo>
                  <a:lnTo>
                    <a:pt x="854393" y="1129475"/>
                  </a:lnTo>
                  <a:cubicBezTo>
                    <a:pt x="682752" y="1122426"/>
                    <a:pt x="665702" y="1072039"/>
                    <a:pt x="665702" y="950119"/>
                  </a:cubicBezTo>
                  <a:lnTo>
                    <a:pt x="665702" y="128873"/>
                  </a:lnTo>
                  <a:cubicBezTo>
                    <a:pt x="665702" y="120396"/>
                    <a:pt x="668369" y="113729"/>
                    <a:pt x="673608" y="108490"/>
                  </a:cubicBezTo>
                  <a:cubicBezTo>
                    <a:pt x="693420" y="89059"/>
                    <a:pt x="747903" y="89821"/>
                    <a:pt x="791718" y="90488"/>
                  </a:cubicBezTo>
                  <a:cubicBezTo>
                    <a:pt x="800005" y="90583"/>
                    <a:pt x="808196" y="90773"/>
                    <a:pt x="815912" y="90773"/>
                  </a:cubicBezTo>
                  <a:cubicBezTo>
                    <a:pt x="987267" y="90773"/>
                    <a:pt x="1042511" y="140303"/>
                    <a:pt x="1052513" y="302895"/>
                  </a:cubicBezTo>
                  <a:lnTo>
                    <a:pt x="1053084" y="312420"/>
                  </a:lnTo>
                  <a:lnTo>
                    <a:pt x="1126903" y="312420"/>
                  </a:lnTo>
                  <a:lnTo>
                    <a:pt x="1126903" y="0"/>
                  </a:lnTo>
                  <a:cubicBezTo>
                    <a:pt x="1126903" y="0"/>
                    <a:pt x="694468" y="2857"/>
                    <a:pt x="563404" y="2857"/>
                  </a:cubicBezTo>
                  <a:cubicBezTo>
                    <a:pt x="432340" y="2857"/>
                    <a:pt x="0" y="0"/>
                    <a:pt x="0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F2A89F3-32AB-EF3A-C301-1CCA565CDC18}"/>
                </a:ext>
              </a:extLst>
            </p:cNvPr>
            <p:cNvSpPr/>
            <p:nvPr/>
          </p:nvSpPr>
          <p:spPr>
            <a:xfrm>
              <a:off x="2728880" y="3418045"/>
              <a:ext cx="1195101" cy="1204626"/>
            </a:xfrm>
            <a:custGeom>
              <a:avLst/>
              <a:gdLst>
                <a:gd name="connsiteX0" fmla="*/ 372618 w 1195101"/>
                <a:gd name="connsiteY0" fmla="*/ 571786 h 1204626"/>
                <a:gd name="connsiteX1" fmla="*/ 372523 w 1195101"/>
                <a:gd name="connsiteY1" fmla="*/ 134303 h 1204626"/>
                <a:gd name="connsiteX2" fmla="*/ 386239 w 1195101"/>
                <a:gd name="connsiteY2" fmla="*/ 86487 h 1204626"/>
                <a:gd name="connsiteX3" fmla="*/ 498348 w 1195101"/>
                <a:gd name="connsiteY3" fmla="*/ 85630 h 1204626"/>
                <a:gd name="connsiteX4" fmla="*/ 738473 w 1195101"/>
                <a:gd name="connsiteY4" fmla="*/ 330518 h 1204626"/>
                <a:gd name="connsiteX5" fmla="*/ 640747 w 1195101"/>
                <a:gd name="connsiteY5" fmla="*/ 541687 h 1204626"/>
                <a:gd name="connsiteX6" fmla="*/ 372618 w 1195101"/>
                <a:gd name="connsiteY6" fmla="*/ 571786 h 1204626"/>
                <a:gd name="connsiteX7" fmla="*/ 1186529 w 1195101"/>
                <a:gd name="connsiteY7" fmla="*/ 1129760 h 1204626"/>
                <a:gd name="connsiteX8" fmla="*/ 1017461 w 1195101"/>
                <a:gd name="connsiteY8" fmla="*/ 1040702 h 1204626"/>
                <a:gd name="connsiteX9" fmla="*/ 661797 w 1195101"/>
                <a:gd name="connsiteY9" fmla="*/ 632460 h 1204626"/>
                <a:gd name="connsiteX10" fmla="*/ 964597 w 1195101"/>
                <a:gd name="connsiteY10" fmla="*/ 305371 h 1204626"/>
                <a:gd name="connsiteX11" fmla="*/ 831056 w 1195101"/>
                <a:gd name="connsiteY11" fmla="*/ 55816 h 1204626"/>
                <a:gd name="connsiteX12" fmla="*/ 544639 w 1195101"/>
                <a:gd name="connsiteY12" fmla="*/ 190 h 1204626"/>
                <a:gd name="connsiteX13" fmla="*/ 317468 w 1195101"/>
                <a:gd name="connsiteY13" fmla="*/ 4191 h 1204626"/>
                <a:gd name="connsiteX14" fmla="*/ 191 w 1195101"/>
                <a:gd name="connsiteY14" fmla="*/ 0 h 1204626"/>
                <a:gd name="connsiteX15" fmla="*/ 191 w 1195101"/>
                <a:gd name="connsiteY15" fmla="*/ 74866 h 1204626"/>
                <a:gd name="connsiteX16" fmla="*/ 15050 w 1195101"/>
                <a:gd name="connsiteY16" fmla="*/ 74866 h 1204626"/>
                <a:gd name="connsiteX17" fmla="*/ 152781 w 1195101"/>
                <a:gd name="connsiteY17" fmla="*/ 128683 h 1204626"/>
                <a:gd name="connsiteX18" fmla="*/ 168307 w 1195101"/>
                <a:gd name="connsiteY18" fmla="*/ 350139 h 1204626"/>
                <a:gd name="connsiteX19" fmla="*/ 168307 w 1195101"/>
                <a:gd name="connsiteY19" fmla="*/ 841248 h 1204626"/>
                <a:gd name="connsiteX20" fmla="*/ 161068 w 1195101"/>
                <a:gd name="connsiteY20" fmla="*/ 1034129 h 1204626"/>
                <a:gd name="connsiteX21" fmla="*/ 152686 w 1195101"/>
                <a:gd name="connsiteY21" fmla="*/ 1075944 h 1204626"/>
                <a:gd name="connsiteX22" fmla="*/ 10382 w 1195101"/>
                <a:gd name="connsiteY22" fmla="*/ 1129665 h 1204626"/>
                <a:gd name="connsiteX23" fmla="*/ 0 w 1195101"/>
                <a:gd name="connsiteY23" fmla="*/ 1129665 h 1204626"/>
                <a:gd name="connsiteX24" fmla="*/ 0 w 1195101"/>
                <a:gd name="connsiteY24" fmla="*/ 1204532 h 1204626"/>
                <a:gd name="connsiteX25" fmla="*/ 278225 w 1195101"/>
                <a:gd name="connsiteY25" fmla="*/ 1197102 h 1204626"/>
                <a:gd name="connsiteX26" fmla="*/ 540734 w 1195101"/>
                <a:gd name="connsiteY26" fmla="*/ 1204532 h 1204626"/>
                <a:gd name="connsiteX27" fmla="*/ 540734 w 1195101"/>
                <a:gd name="connsiteY27" fmla="*/ 1129665 h 1204626"/>
                <a:gd name="connsiteX28" fmla="*/ 525971 w 1195101"/>
                <a:gd name="connsiteY28" fmla="*/ 1129665 h 1204626"/>
                <a:gd name="connsiteX29" fmla="*/ 388239 w 1195101"/>
                <a:gd name="connsiteY29" fmla="*/ 1075754 h 1204626"/>
                <a:gd name="connsiteX30" fmla="*/ 379857 w 1195101"/>
                <a:gd name="connsiteY30" fmla="*/ 1034034 h 1204626"/>
                <a:gd name="connsiteX31" fmla="*/ 372618 w 1195101"/>
                <a:gd name="connsiteY31" fmla="*/ 854297 h 1204626"/>
                <a:gd name="connsiteX32" fmla="*/ 372618 w 1195101"/>
                <a:gd name="connsiteY32" fmla="*/ 653510 h 1204626"/>
                <a:gd name="connsiteX33" fmla="*/ 479107 w 1195101"/>
                <a:gd name="connsiteY33" fmla="*/ 702469 h 1204626"/>
                <a:gd name="connsiteX34" fmla="*/ 501110 w 1195101"/>
                <a:gd name="connsiteY34" fmla="*/ 728472 h 1204626"/>
                <a:gd name="connsiteX35" fmla="*/ 797909 w 1195101"/>
                <a:gd name="connsiteY35" fmla="*/ 1096804 h 1204626"/>
                <a:gd name="connsiteX36" fmla="*/ 885158 w 1195101"/>
                <a:gd name="connsiteY36" fmla="*/ 1204532 h 1204626"/>
                <a:gd name="connsiteX37" fmla="*/ 1027366 w 1195101"/>
                <a:gd name="connsiteY37" fmla="*/ 1200436 h 1204626"/>
                <a:gd name="connsiteX38" fmla="*/ 1195102 w 1195101"/>
                <a:gd name="connsiteY38" fmla="*/ 1204627 h 1204626"/>
                <a:gd name="connsiteX39" fmla="*/ 1195102 w 1195101"/>
                <a:gd name="connsiteY39" fmla="*/ 1131094 h 1204626"/>
                <a:gd name="connsiteX40" fmla="*/ 1186529 w 1195101"/>
                <a:gd name="connsiteY40" fmla="*/ 1129760 h 1204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195101" h="1204626">
                  <a:moveTo>
                    <a:pt x="372618" y="571786"/>
                  </a:moveTo>
                  <a:cubicBezTo>
                    <a:pt x="372618" y="571786"/>
                    <a:pt x="372618" y="136874"/>
                    <a:pt x="372523" y="134303"/>
                  </a:cubicBezTo>
                  <a:cubicBezTo>
                    <a:pt x="372237" y="116967"/>
                    <a:pt x="371761" y="93250"/>
                    <a:pt x="386239" y="86487"/>
                  </a:cubicBezTo>
                  <a:cubicBezTo>
                    <a:pt x="396240" y="82105"/>
                    <a:pt x="493014" y="85630"/>
                    <a:pt x="498348" y="85630"/>
                  </a:cubicBezTo>
                  <a:cubicBezTo>
                    <a:pt x="650938" y="85630"/>
                    <a:pt x="738473" y="174974"/>
                    <a:pt x="738473" y="330518"/>
                  </a:cubicBezTo>
                  <a:cubicBezTo>
                    <a:pt x="738473" y="443960"/>
                    <a:pt x="708374" y="509016"/>
                    <a:pt x="640747" y="541687"/>
                  </a:cubicBezTo>
                  <a:cubicBezTo>
                    <a:pt x="577691" y="571976"/>
                    <a:pt x="372618" y="571786"/>
                    <a:pt x="372618" y="571786"/>
                  </a:cubicBezTo>
                  <a:moveTo>
                    <a:pt x="1186529" y="1129760"/>
                  </a:moveTo>
                  <a:cubicBezTo>
                    <a:pt x="1100138" y="1116235"/>
                    <a:pt x="1074134" y="1106424"/>
                    <a:pt x="1017461" y="1040702"/>
                  </a:cubicBezTo>
                  <a:lnTo>
                    <a:pt x="661797" y="632460"/>
                  </a:lnTo>
                  <a:cubicBezTo>
                    <a:pt x="849059" y="608076"/>
                    <a:pt x="964597" y="484251"/>
                    <a:pt x="964597" y="305371"/>
                  </a:cubicBezTo>
                  <a:cubicBezTo>
                    <a:pt x="964597" y="188976"/>
                    <a:pt x="919544" y="105061"/>
                    <a:pt x="831056" y="55816"/>
                  </a:cubicBezTo>
                  <a:cubicBezTo>
                    <a:pt x="763619" y="18383"/>
                    <a:pt x="670084" y="190"/>
                    <a:pt x="544639" y="190"/>
                  </a:cubicBezTo>
                  <a:cubicBezTo>
                    <a:pt x="507206" y="1143"/>
                    <a:pt x="416909" y="4191"/>
                    <a:pt x="317468" y="4191"/>
                  </a:cubicBezTo>
                  <a:cubicBezTo>
                    <a:pt x="214313" y="4191"/>
                    <a:pt x="191" y="0"/>
                    <a:pt x="191" y="0"/>
                  </a:cubicBezTo>
                  <a:lnTo>
                    <a:pt x="191" y="74866"/>
                  </a:lnTo>
                  <a:lnTo>
                    <a:pt x="15050" y="74866"/>
                  </a:lnTo>
                  <a:cubicBezTo>
                    <a:pt x="71818" y="74486"/>
                    <a:pt x="135731" y="74771"/>
                    <a:pt x="152781" y="128683"/>
                  </a:cubicBezTo>
                  <a:cubicBezTo>
                    <a:pt x="168307" y="175355"/>
                    <a:pt x="168307" y="306896"/>
                    <a:pt x="168307" y="350139"/>
                  </a:cubicBezTo>
                  <a:lnTo>
                    <a:pt x="168307" y="841248"/>
                  </a:lnTo>
                  <a:cubicBezTo>
                    <a:pt x="168307" y="895445"/>
                    <a:pt x="168307" y="977837"/>
                    <a:pt x="161068" y="1034129"/>
                  </a:cubicBezTo>
                  <a:cubicBezTo>
                    <a:pt x="158972" y="1050798"/>
                    <a:pt x="156210" y="1065276"/>
                    <a:pt x="152686" y="1075944"/>
                  </a:cubicBezTo>
                  <a:cubicBezTo>
                    <a:pt x="135350" y="1129665"/>
                    <a:pt x="66104" y="1129665"/>
                    <a:pt x="10382" y="1129665"/>
                  </a:cubicBezTo>
                  <a:lnTo>
                    <a:pt x="0" y="1129665"/>
                  </a:lnTo>
                  <a:lnTo>
                    <a:pt x="0" y="1204532"/>
                  </a:lnTo>
                  <a:cubicBezTo>
                    <a:pt x="0" y="1204532"/>
                    <a:pt x="166783" y="1197102"/>
                    <a:pt x="278225" y="1197102"/>
                  </a:cubicBezTo>
                  <a:cubicBezTo>
                    <a:pt x="374047" y="1197102"/>
                    <a:pt x="540734" y="1204246"/>
                    <a:pt x="540734" y="1204532"/>
                  </a:cubicBezTo>
                  <a:lnTo>
                    <a:pt x="540734" y="1129665"/>
                  </a:lnTo>
                  <a:lnTo>
                    <a:pt x="525971" y="1129665"/>
                  </a:lnTo>
                  <a:cubicBezTo>
                    <a:pt x="470059" y="1129951"/>
                    <a:pt x="406813" y="1129760"/>
                    <a:pt x="388239" y="1075754"/>
                  </a:cubicBezTo>
                  <a:cubicBezTo>
                    <a:pt x="384620" y="1065086"/>
                    <a:pt x="381953" y="1050607"/>
                    <a:pt x="379857" y="1034034"/>
                  </a:cubicBezTo>
                  <a:cubicBezTo>
                    <a:pt x="372618" y="978122"/>
                    <a:pt x="372618" y="898017"/>
                    <a:pt x="372618" y="854297"/>
                  </a:cubicBezTo>
                  <a:lnTo>
                    <a:pt x="372618" y="653510"/>
                  </a:lnTo>
                  <a:cubicBezTo>
                    <a:pt x="439198" y="654082"/>
                    <a:pt x="444913" y="661035"/>
                    <a:pt x="479107" y="702469"/>
                  </a:cubicBezTo>
                  <a:cubicBezTo>
                    <a:pt x="485489" y="710089"/>
                    <a:pt x="492728" y="718756"/>
                    <a:pt x="501110" y="728472"/>
                  </a:cubicBezTo>
                  <a:lnTo>
                    <a:pt x="797909" y="1096804"/>
                  </a:lnTo>
                  <a:lnTo>
                    <a:pt x="885158" y="1204532"/>
                  </a:lnTo>
                  <a:cubicBezTo>
                    <a:pt x="885158" y="1204532"/>
                    <a:pt x="980885" y="1200436"/>
                    <a:pt x="1027366" y="1200436"/>
                  </a:cubicBezTo>
                  <a:cubicBezTo>
                    <a:pt x="1094994" y="1200436"/>
                    <a:pt x="1195102" y="1204627"/>
                    <a:pt x="1195102" y="1204627"/>
                  </a:cubicBezTo>
                  <a:lnTo>
                    <a:pt x="1195102" y="1131094"/>
                  </a:lnTo>
                  <a:lnTo>
                    <a:pt x="1186529" y="11297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Freeform 12">
            <a:extLst>
              <a:ext uri="{FF2B5EF4-FFF2-40B4-BE49-F238E27FC236}">
                <a16:creationId xmlns:a16="http://schemas.microsoft.com/office/drawing/2014/main" id="{F4E7493E-8541-624A-0E97-F00110B7C28E}"/>
              </a:ext>
            </a:extLst>
          </p:cNvPr>
          <p:cNvSpPr>
            <a:spLocks/>
          </p:cNvSpPr>
          <p:nvPr userDrawn="1"/>
        </p:nvSpPr>
        <p:spPr>
          <a:xfrm>
            <a:off x="-764948" y="3256979"/>
            <a:ext cx="6720906" cy="6720906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rgbClr val="E8E8E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3BEB3A81-C17D-073C-75CE-EC899E49DE24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07541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1 Header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57E618A6-6624-250E-5DA4-AAC254448CF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4718" y="1197204"/>
            <a:ext cx="3506057" cy="35444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E8337FE-035B-327E-51DF-5C8ED8DBBA22}"/>
              </a:ext>
            </a:extLst>
          </p:cNvPr>
          <p:cNvSpPr/>
          <p:nvPr userDrawn="1"/>
        </p:nvSpPr>
        <p:spPr>
          <a:xfrm>
            <a:off x="-1776644" y="1046840"/>
            <a:ext cx="6207394" cy="10048682"/>
          </a:xfrm>
          <a:custGeom>
            <a:avLst/>
            <a:gdLst>
              <a:gd name="connsiteX0" fmla="*/ 283845 w 690181"/>
              <a:gd name="connsiteY0" fmla="*/ 28575 h 1117282"/>
              <a:gd name="connsiteX1" fmla="*/ 662845 w 690181"/>
              <a:gd name="connsiteY1" fmla="*/ 28575 h 1117282"/>
              <a:gd name="connsiteX2" fmla="*/ 662845 w 690181"/>
              <a:gd name="connsiteY2" fmla="*/ 409003 h 1117282"/>
              <a:gd name="connsiteX3" fmla="*/ 283845 w 690181"/>
              <a:gd name="connsiteY3" fmla="*/ 409003 h 1117282"/>
              <a:gd name="connsiteX4" fmla="*/ 283845 w 690181"/>
              <a:gd name="connsiteY4" fmla="*/ 28575 h 1117282"/>
              <a:gd name="connsiteX5" fmla="*/ 268319 w 690181"/>
              <a:gd name="connsiteY5" fmla="*/ 0 h 1117282"/>
              <a:gd name="connsiteX6" fmla="*/ 0 w 690181"/>
              <a:gd name="connsiteY6" fmla="*/ 271748 h 1117282"/>
              <a:gd name="connsiteX7" fmla="*/ 0 w 690181"/>
              <a:gd name="connsiteY7" fmla="*/ 1117283 h 1117282"/>
              <a:gd name="connsiteX8" fmla="*/ 690181 w 690181"/>
              <a:gd name="connsiteY8" fmla="*/ 421196 h 1117282"/>
              <a:gd name="connsiteX9" fmla="*/ 690086 w 690181"/>
              <a:gd name="connsiteY9" fmla="*/ 952 h 1117282"/>
              <a:gd name="connsiteX10" fmla="*/ 268319 w 690181"/>
              <a:gd name="connsiteY10" fmla="*/ 0 h 1117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0181" h="1117282">
                <a:moveTo>
                  <a:pt x="283845" y="28575"/>
                </a:moveTo>
                <a:lnTo>
                  <a:pt x="662845" y="28575"/>
                </a:lnTo>
                <a:lnTo>
                  <a:pt x="662845" y="409003"/>
                </a:lnTo>
                <a:lnTo>
                  <a:pt x="283845" y="409003"/>
                </a:lnTo>
                <a:lnTo>
                  <a:pt x="283845" y="28575"/>
                </a:lnTo>
                <a:close/>
                <a:moveTo>
                  <a:pt x="268319" y="0"/>
                </a:moveTo>
                <a:lnTo>
                  <a:pt x="0" y="271748"/>
                </a:lnTo>
                <a:lnTo>
                  <a:pt x="0" y="1117283"/>
                </a:lnTo>
                <a:lnTo>
                  <a:pt x="690181" y="421196"/>
                </a:lnTo>
                <a:lnTo>
                  <a:pt x="690086" y="952"/>
                </a:lnTo>
                <a:lnTo>
                  <a:pt x="268319" y="0"/>
                </a:lnTo>
                <a:close/>
              </a:path>
            </a:pathLst>
          </a:custGeom>
          <a:solidFill>
            <a:srgbClr val="F8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5E3CF852-91F6-CC4D-1299-CB2D5BA539B4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39234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1 Header Top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57E618A6-6624-250E-5DA4-AAC254448CF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4718" y="1197204"/>
            <a:ext cx="3506057" cy="35444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E8337FE-035B-327E-51DF-5C8ED8DBBA22}"/>
              </a:ext>
            </a:extLst>
          </p:cNvPr>
          <p:cNvSpPr/>
          <p:nvPr userDrawn="1"/>
        </p:nvSpPr>
        <p:spPr>
          <a:xfrm>
            <a:off x="-1776644" y="1046840"/>
            <a:ext cx="6207394" cy="10048682"/>
          </a:xfrm>
          <a:custGeom>
            <a:avLst/>
            <a:gdLst>
              <a:gd name="connsiteX0" fmla="*/ 283845 w 690181"/>
              <a:gd name="connsiteY0" fmla="*/ 28575 h 1117282"/>
              <a:gd name="connsiteX1" fmla="*/ 662845 w 690181"/>
              <a:gd name="connsiteY1" fmla="*/ 28575 h 1117282"/>
              <a:gd name="connsiteX2" fmla="*/ 662845 w 690181"/>
              <a:gd name="connsiteY2" fmla="*/ 409003 h 1117282"/>
              <a:gd name="connsiteX3" fmla="*/ 283845 w 690181"/>
              <a:gd name="connsiteY3" fmla="*/ 409003 h 1117282"/>
              <a:gd name="connsiteX4" fmla="*/ 283845 w 690181"/>
              <a:gd name="connsiteY4" fmla="*/ 28575 h 1117282"/>
              <a:gd name="connsiteX5" fmla="*/ 268319 w 690181"/>
              <a:gd name="connsiteY5" fmla="*/ 0 h 1117282"/>
              <a:gd name="connsiteX6" fmla="*/ 0 w 690181"/>
              <a:gd name="connsiteY6" fmla="*/ 271748 h 1117282"/>
              <a:gd name="connsiteX7" fmla="*/ 0 w 690181"/>
              <a:gd name="connsiteY7" fmla="*/ 1117283 h 1117282"/>
              <a:gd name="connsiteX8" fmla="*/ 690181 w 690181"/>
              <a:gd name="connsiteY8" fmla="*/ 421196 h 1117282"/>
              <a:gd name="connsiteX9" fmla="*/ 690086 w 690181"/>
              <a:gd name="connsiteY9" fmla="*/ 952 h 1117282"/>
              <a:gd name="connsiteX10" fmla="*/ 268319 w 690181"/>
              <a:gd name="connsiteY10" fmla="*/ 0 h 1117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0181" h="1117282">
                <a:moveTo>
                  <a:pt x="283845" y="28575"/>
                </a:moveTo>
                <a:lnTo>
                  <a:pt x="662845" y="28575"/>
                </a:lnTo>
                <a:lnTo>
                  <a:pt x="662845" y="409003"/>
                </a:lnTo>
                <a:lnTo>
                  <a:pt x="283845" y="409003"/>
                </a:lnTo>
                <a:lnTo>
                  <a:pt x="283845" y="28575"/>
                </a:lnTo>
                <a:close/>
                <a:moveTo>
                  <a:pt x="268319" y="0"/>
                </a:moveTo>
                <a:lnTo>
                  <a:pt x="0" y="271748"/>
                </a:lnTo>
                <a:lnTo>
                  <a:pt x="0" y="1117283"/>
                </a:lnTo>
                <a:lnTo>
                  <a:pt x="690181" y="421196"/>
                </a:lnTo>
                <a:lnTo>
                  <a:pt x="690086" y="952"/>
                </a:lnTo>
                <a:lnTo>
                  <a:pt x="268319" y="0"/>
                </a:lnTo>
                <a:close/>
              </a:path>
            </a:pathLst>
          </a:custGeom>
          <a:solidFill>
            <a:srgbClr val="F8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D07E6F8E-22B1-4B52-6920-FD383E235957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9A42F3F-83CB-A0AA-68C4-77C3FB9B2B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97480" y="2625032"/>
            <a:ext cx="7397669" cy="2159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86901"/>
              </a:buClr>
              <a:buSzPct val="100000"/>
              <a:buFont typeface="Wingdings" pitchFamily="2" charset="2"/>
              <a:buChar char="§"/>
              <a:defRPr/>
            </a:lvl1pPr>
            <a:lvl2pPr marL="685800" indent="-228600">
              <a:buClr>
                <a:srgbClr val="F86901"/>
              </a:buClr>
              <a:buSzPct val="100000"/>
              <a:buFont typeface="Wingdings" pitchFamily="2" charset="2"/>
              <a:buChar char="§"/>
              <a:defRPr/>
            </a:lvl2pPr>
            <a:lvl3pPr marL="1143000" indent="-228600">
              <a:buClr>
                <a:srgbClr val="F86901"/>
              </a:buClr>
              <a:buSzPct val="100000"/>
              <a:buFont typeface="Wingdings" pitchFamily="2" charset="2"/>
              <a:buChar char="§"/>
              <a:defRPr/>
            </a:lvl3pPr>
            <a:lvl4pPr marL="1600200" indent="-228600">
              <a:buClr>
                <a:srgbClr val="F86901"/>
              </a:buClr>
              <a:buSzPct val="100000"/>
              <a:buFont typeface="Wingdings" pitchFamily="2" charset="2"/>
              <a:buChar char="§"/>
              <a:defRPr/>
            </a:lvl4pPr>
            <a:lvl5pPr marL="2057400" indent="-228600">
              <a:buClr>
                <a:srgbClr val="F86901"/>
              </a:buClr>
              <a:buSzPct val="100000"/>
              <a:buFont typeface="Wingdings" pitchFamily="2" charset="2"/>
              <a:buChar char="§"/>
              <a:defRPr/>
            </a:lvl5pPr>
          </a:lstStyle>
          <a:p>
            <a:pPr marL="228600" indent="-228600">
              <a:buClr>
                <a:srgbClr val="F86901"/>
              </a:buClr>
              <a:buSzPct val="125000"/>
              <a:buFont typeface="Wingdings" pitchFamily="2" charset="2"/>
              <a:buChar char="§"/>
            </a:pPr>
            <a:r>
              <a:rPr lang="en-US" sz="2200" dirty="0"/>
              <a:t>Click to add text</a:t>
            </a:r>
          </a:p>
          <a:p>
            <a:pPr marL="685800" lvl="1" indent="-228600">
              <a:buClr>
                <a:srgbClr val="F86901"/>
              </a:buClr>
              <a:buSzPct val="125000"/>
              <a:buFont typeface="Wingdings" pitchFamily="2" charset="2"/>
              <a:buChar char="§"/>
            </a:pPr>
            <a:r>
              <a:rPr lang="en-US" sz="2000" dirty="0"/>
              <a:t>Second level</a:t>
            </a:r>
          </a:p>
          <a:p>
            <a:pPr marL="1143000" lvl="2" indent="-228600">
              <a:buClr>
                <a:srgbClr val="F86901"/>
              </a:buClr>
              <a:buSzPct val="125000"/>
              <a:buFont typeface="Wingdings" pitchFamily="2" charset="2"/>
              <a:buChar char="§"/>
            </a:pPr>
            <a:r>
              <a:rPr lang="en-US" sz="1800" dirty="0"/>
              <a:t>Third level</a:t>
            </a:r>
          </a:p>
          <a:p>
            <a:pPr marL="1600200" lvl="3" indent="-228600">
              <a:buClr>
                <a:srgbClr val="F86901"/>
              </a:buClr>
              <a:buSzPct val="125000"/>
              <a:buFont typeface="Wingdings" pitchFamily="2" charset="2"/>
              <a:buChar char="§"/>
            </a:pPr>
            <a:r>
              <a:rPr lang="en-US" sz="1600" dirty="0"/>
              <a:t>Fourth level</a:t>
            </a:r>
          </a:p>
          <a:p>
            <a:pPr marL="2057400" lvl="4" indent="-228600">
              <a:buClr>
                <a:srgbClr val="F86901"/>
              </a:buClr>
              <a:buSzPct val="125000"/>
              <a:buFont typeface="Wingdings" pitchFamily="2" charset="2"/>
              <a:buChar char="§"/>
            </a:pPr>
            <a:r>
              <a:rPr lang="en-US" sz="1400" dirty="0"/>
              <a:t>Fifth level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1A00E6A-35A2-80AF-A9FC-3DA4AF476C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500" y="1392066"/>
            <a:ext cx="7486649" cy="6540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400" b="1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for main header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6DE24B64-6CBC-0BAC-0F84-503C5BFA4C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52949" y="2081574"/>
            <a:ext cx="7442200" cy="5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F86901"/>
                </a:solidFill>
              </a:defRPr>
            </a:lvl1pPr>
            <a:lvl2pPr marL="457200" indent="0">
              <a:buNone/>
              <a:defRPr sz="3200"/>
            </a:lvl2pPr>
            <a:lvl3pPr marL="91440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 dirty="0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99613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2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44B706-4B06-2672-98E2-E409C008F559}"/>
              </a:ext>
            </a:extLst>
          </p:cNvPr>
          <p:cNvSpPr/>
          <p:nvPr userDrawn="1"/>
        </p:nvSpPr>
        <p:spPr>
          <a:xfrm>
            <a:off x="0" y="589440"/>
            <a:ext cx="12192000" cy="6268560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74F8B89-6315-1895-C4DD-66EFBFB18E36}"/>
              </a:ext>
            </a:extLst>
          </p:cNvPr>
          <p:cNvSpPr/>
          <p:nvPr userDrawn="1"/>
        </p:nvSpPr>
        <p:spPr>
          <a:xfrm>
            <a:off x="-10678053" y="1598264"/>
            <a:ext cx="15402453" cy="18003624"/>
          </a:xfrm>
          <a:custGeom>
            <a:avLst/>
            <a:gdLst>
              <a:gd name="connsiteX0" fmla="*/ 1701641 w 2043969"/>
              <a:gd name="connsiteY0" fmla="*/ 0 h 2389155"/>
              <a:gd name="connsiteX1" fmla="*/ 0 w 2043969"/>
              <a:gd name="connsiteY1" fmla="*/ 1702213 h 2389155"/>
              <a:gd name="connsiteX2" fmla="*/ 0 w 2043969"/>
              <a:gd name="connsiteY2" fmla="*/ 2389156 h 2389155"/>
              <a:gd name="connsiteX3" fmla="*/ 2043970 w 2043969"/>
              <a:gd name="connsiteY3" fmla="*/ 340805 h 2389155"/>
              <a:gd name="connsiteX4" fmla="*/ 1701641 w 2043969"/>
              <a:gd name="connsiteY4" fmla="*/ 340805 h 238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3969" h="2389155">
                <a:moveTo>
                  <a:pt x="1701641" y="0"/>
                </a:moveTo>
                <a:lnTo>
                  <a:pt x="0" y="1702213"/>
                </a:lnTo>
                <a:lnTo>
                  <a:pt x="0" y="2389156"/>
                </a:lnTo>
                <a:lnTo>
                  <a:pt x="2043970" y="340805"/>
                </a:lnTo>
                <a:lnTo>
                  <a:pt x="1701641" y="34080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AFA594E-1D40-FAC2-F3C4-4FDE59161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5348" y="2361866"/>
            <a:ext cx="9504708" cy="1617467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here quote here quote here.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F739F-48A4-6C9C-5D24-275315F610F1}"/>
              </a:ext>
            </a:extLst>
          </p:cNvPr>
          <p:cNvSpPr txBox="1"/>
          <p:nvPr userDrawn="1"/>
        </p:nvSpPr>
        <p:spPr>
          <a:xfrm>
            <a:off x="11689126" y="269573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rgbClr val="E56B2A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E4BE608-54C2-DA23-A440-25AC03E833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240997"/>
            <a:ext cx="2700733" cy="240066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D05432B5-C5C9-BB01-F3DF-97EB698F7956}"/>
              </a:ext>
            </a:extLst>
          </p:cNvPr>
          <p:cNvSpPr/>
          <p:nvPr userDrawn="1"/>
        </p:nvSpPr>
        <p:spPr>
          <a:xfrm>
            <a:off x="2395348" y="1598264"/>
            <a:ext cx="637155" cy="572539"/>
          </a:xfrm>
          <a:custGeom>
            <a:avLst/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BFD5C140-5E18-BFA6-F184-F2496841AE9E}"/>
              </a:ext>
            </a:extLst>
          </p:cNvPr>
          <p:cNvSpPr/>
          <p:nvPr userDrawn="1"/>
        </p:nvSpPr>
        <p:spPr>
          <a:xfrm rot="10800000">
            <a:off x="11262901" y="3134812"/>
            <a:ext cx="637155" cy="572539"/>
          </a:xfrm>
          <a:custGeom>
            <a:avLst/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0BBF9-4144-A01F-9664-777F51869CF2}"/>
              </a:ext>
            </a:extLst>
          </p:cNvPr>
          <p:cNvSpPr txBox="1">
            <a:spLocks/>
          </p:cNvSpPr>
          <p:nvPr userDrawn="1"/>
        </p:nvSpPr>
        <p:spPr>
          <a:xfrm>
            <a:off x="4860868" y="4170396"/>
            <a:ext cx="7039188" cy="553998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indent="-176213">
              <a:buFontTx/>
              <a:buChar char="-"/>
            </a:pPr>
            <a:r>
              <a:rPr lang="en-US" sz="2000" b="0" dirty="0">
                <a:solidFill>
                  <a:schemeClr val="bg1"/>
                </a:solidFill>
              </a:rPr>
              <a:t>Attribution</a:t>
            </a:r>
            <a:br>
              <a:rPr lang="en-US" sz="2000" b="0" dirty="0">
                <a:solidFill>
                  <a:schemeClr val="bg1"/>
                </a:solidFill>
              </a:rPr>
            </a:br>
            <a:r>
              <a:rPr lang="en-US" sz="2000" b="0" dirty="0">
                <a:solidFill>
                  <a:schemeClr val="bg1"/>
                </a:solidFill>
              </a:rPr>
              <a:t>second line here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17D5B8F3-0C9D-6820-4388-696F4170F173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631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7C7046-D6C2-84E5-B88A-48BDAE2847C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CD2D5-3A43-CCD9-A029-F531D3238696}"/>
              </a:ext>
            </a:extLst>
          </p:cNvPr>
          <p:cNvSpPr/>
          <p:nvPr userDrawn="1"/>
        </p:nvSpPr>
        <p:spPr>
          <a:xfrm>
            <a:off x="0" y="6229868"/>
            <a:ext cx="12192000" cy="628131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1D563-744A-AC08-6229-2BCE678FF6AF}"/>
              </a:ext>
            </a:extLst>
          </p:cNvPr>
          <p:cNvSpPr txBox="1"/>
          <p:nvPr userDrawn="1"/>
        </p:nvSpPr>
        <p:spPr>
          <a:xfrm>
            <a:off x="11689126" y="6487825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9FEBC5E-F2C0-2515-DA7E-599A9CBF16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9726" y="6459249"/>
            <a:ext cx="2700733" cy="240066"/>
          </a:xfrm>
          <a:prstGeom prst="rect">
            <a:avLst/>
          </a:prstGeom>
        </p:spPr>
      </p:pic>
      <p:grpSp>
        <p:nvGrpSpPr>
          <p:cNvPr id="14" name="Graphic 22">
            <a:extLst>
              <a:ext uri="{FF2B5EF4-FFF2-40B4-BE49-F238E27FC236}">
                <a16:creationId xmlns:a16="http://schemas.microsoft.com/office/drawing/2014/main" id="{82D9E654-7F20-A1F9-005D-CF23B880B1F6}"/>
              </a:ext>
            </a:extLst>
          </p:cNvPr>
          <p:cNvGrpSpPr/>
          <p:nvPr userDrawn="1"/>
        </p:nvGrpSpPr>
        <p:grpSpPr>
          <a:xfrm>
            <a:off x="202133" y="6414020"/>
            <a:ext cx="798764" cy="301829"/>
            <a:chOff x="2728880" y="3418045"/>
            <a:chExt cx="3190208" cy="1205483"/>
          </a:xfrm>
          <a:solidFill>
            <a:schemeClr val="bg1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74CFF7-3A06-6BF7-EAA8-6A1A28A2ADB5}"/>
                </a:ext>
              </a:extLst>
            </p:cNvPr>
            <p:cNvSpPr/>
            <p:nvPr/>
          </p:nvSpPr>
          <p:spPr>
            <a:xfrm>
              <a:off x="4081525" y="3418140"/>
              <a:ext cx="547877" cy="1204531"/>
            </a:xfrm>
            <a:custGeom>
              <a:avLst/>
              <a:gdLst>
                <a:gd name="connsiteX0" fmla="*/ 393478 w 547877"/>
                <a:gd name="connsiteY0" fmla="*/ 129064 h 1204531"/>
                <a:gd name="connsiteX1" fmla="*/ 537686 w 547877"/>
                <a:gd name="connsiteY1" fmla="*/ 74771 h 1204531"/>
                <a:gd name="connsiteX2" fmla="*/ 547878 w 547877"/>
                <a:gd name="connsiteY2" fmla="*/ 74771 h 1204531"/>
                <a:gd name="connsiteX3" fmla="*/ 547878 w 547877"/>
                <a:gd name="connsiteY3" fmla="*/ 0 h 1204531"/>
                <a:gd name="connsiteX4" fmla="*/ 267938 w 547877"/>
                <a:gd name="connsiteY4" fmla="*/ 4667 h 1204531"/>
                <a:gd name="connsiteX5" fmla="*/ 0 w 547877"/>
                <a:gd name="connsiteY5" fmla="*/ 0 h 1204531"/>
                <a:gd name="connsiteX6" fmla="*/ 0 w 547877"/>
                <a:gd name="connsiteY6" fmla="*/ 74771 h 1204531"/>
                <a:gd name="connsiteX7" fmla="*/ 10192 w 547877"/>
                <a:gd name="connsiteY7" fmla="*/ 74771 h 1204531"/>
                <a:gd name="connsiteX8" fmla="*/ 154400 w 547877"/>
                <a:gd name="connsiteY8" fmla="*/ 128968 h 1204531"/>
                <a:gd name="connsiteX9" fmla="*/ 171640 w 547877"/>
                <a:gd name="connsiteY9" fmla="*/ 363188 h 1204531"/>
                <a:gd name="connsiteX10" fmla="*/ 171640 w 547877"/>
                <a:gd name="connsiteY10" fmla="*/ 841153 h 1204531"/>
                <a:gd name="connsiteX11" fmla="*/ 154496 w 547877"/>
                <a:gd name="connsiteY11" fmla="*/ 1075373 h 1204531"/>
                <a:gd name="connsiteX12" fmla="*/ 10192 w 547877"/>
                <a:gd name="connsiteY12" fmla="*/ 1129569 h 1204531"/>
                <a:gd name="connsiteX13" fmla="*/ 0 w 547877"/>
                <a:gd name="connsiteY13" fmla="*/ 1129569 h 1204531"/>
                <a:gd name="connsiteX14" fmla="*/ 0 w 547877"/>
                <a:gd name="connsiteY14" fmla="*/ 1204531 h 1204531"/>
                <a:gd name="connsiteX15" fmla="*/ 268224 w 547877"/>
                <a:gd name="connsiteY15" fmla="*/ 1197102 h 1204531"/>
                <a:gd name="connsiteX16" fmla="*/ 547878 w 547877"/>
                <a:gd name="connsiteY16" fmla="*/ 1204531 h 1204531"/>
                <a:gd name="connsiteX17" fmla="*/ 547878 w 547877"/>
                <a:gd name="connsiteY17" fmla="*/ 1129569 h 1204531"/>
                <a:gd name="connsiteX18" fmla="*/ 537686 w 547877"/>
                <a:gd name="connsiteY18" fmla="*/ 1129569 h 1204531"/>
                <a:gd name="connsiteX19" fmla="*/ 393478 w 547877"/>
                <a:gd name="connsiteY19" fmla="*/ 1075468 h 1204531"/>
                <a:gd name="connsiteX20" fmla="*/ 376333 w 547877"/>
                <a:gd name="connsiteY20" fmla="*/ 841153 h 1204531"/>
                <a:gd name="connsiteX21" fmla="*/ 376333 w 547877"/>
                <a:gd name="connsiteY21" fmla="*/ 363188 h 1204531"/>
                <a:gd name="connsiteX22" fmla="*/ 393478 w 547877"/>
                <a:gd name="connsiteY22" fmla="*/ 129064 h 120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7877" h="1204531">
                  <a:moveTo>
                    <a:pt x="393478" y="129064"/>
                  </a:moveTo>
                  <a:cubicBezTo>
                    <a:pt x="414242" y="74771"/>
                    <a:pt x="482727" y="74771"/>
                    <a:pt x="537686" y="74771"/>
                  </a:cubicBezTo>
                  <a:lnTo>
                    <a:pt x="547878" y="74771"/>
                  </a:lnTo>
                  <a:lnTo>
                    <a:pt x="547878" y="0"/>
                  </a:lnTo>
                  <a:cubicBezTo>
                    <a:pt x="547878" y="0"/>
                    <a:pt x="333565" y="4667"/>
                    <a:pt x="267938" y="4667"/>
                  </a:cubicBezTo>
                  <a:cubicBezTo>
                    <a:pt x="200406" y="4667"/>
                    <a:pt x="0" y="0"/>
                    <a:pt x="0" y="0"/>
                  </a:cubicBezTo>
                  <a:lnTo>
                    <a:pt x="0" y="74771"/>
                  </a:lnTo>
                  <a:lnTo>
                    <a:pt x="10192" y="74771"/>
                  </a:lnTo>
                  <a:cubicBezTo>
                    <a:pt x="65246" y="74771"/>
                    <a:pt x="133731" y="74771"/>
                    <a:pt x="154400" y="128968"/>
                  </a:cubicBezTo>
                  <a:cubicBezTo>
                    <a:pt x="171640" y="175450"/>
                    <a:pt x="171640" y="307086"/>
                    <a:pt x="171640" y="363188"/>
                  </a:cubicBezTo>
                  <a:lnTo>
                    <a:pt x="171640" y="841153"/>
                  </a:lnTo>
                  <a:cubicBezTo>
                    <a:pt x="171640" y="897350"/>
                    <a:pt x="171640" y="1028890"/>
                    <a:pt x="154496" y="1075373"/>
                  </a:cubicBezTo>
                  <a:cubicBezTo>
                    <a:pt x="133731" y="1129569"/>
                    <a:pt x="65246" y="1129569"/>
                    <a:pt x="10192" y="1129569"/>
                  </a:cubicBezTo>
                  <a:lnTo>
                    <a:pt x="0" y="1129569"/>
                  </a:lnTo>
                  <a:lnTo>
                    <a:pt x="0" y="1204531"/>
                  </a:lnTo>
                  <a:cubicBezTo>
                    <a:pt x="0" y="1204341"/>
                    <a:pt x="173260" y="1197102"/>
                    <a:pt x="268224" y="1197102"/>
                  </a:cubicBezTo>
                  <a:cubicBezTo>
                    <a:pt x="377476" y="1197102"/>
                    <a:pt x="547878" y="1204531"/>
                    <a:pt x="547878" y="1204531"/>
                  </a:cubicBezTo>
                  <a:lnTo>
                    <a:pt x="547878" y="1129569"/>
                  </a:lnTo>
                  <a:lnTo>
                    <a:pt x="537686" y="1129569"/>
                  </a:lnTo>
                  <a:cubicBezTo>
                    <a:pt x="482727" y="1129569"/>
                    <a:pt x="414242" y="1129569"/>
                    <a:pt x="393478" y="1075468"/>
                  </a:cubicBezTo>
                  <a:cubicBezTo>
                    <a:pt x="376333" y="1028890"/>
                    <a:pt x="376333" y="897350"/>
                    <a:pt x="376333" y="841153"/>
                  </a:cubicBezTo>
                  <a:lnTo>
                    <a:pt x="376333" y="363188"/>
                  </a:lnTo>
                  <a:cubicBezTo>
                    <a:pt x="376333" y="307086"/>
                    <a:pt x="376333" y="175450"/>
                    <a:pt x="393478" y="12906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A32339A-C4C6-61D7-FA6F-0BD3E87064D4}"/>
                </a:ext>
              </a:extLst>
            </p:cNvPr>
            <p:cNvSpPr/>
            <p:nvPr/>
          </p:nvSpPr>
          <p:spPr>
            <a:xfrm>
              <a:off x="4792185" y="3419283"/>
              <a:ext cx="1126902" cy="1204245"/>
            </a:xfrm>
            <a:custGeom>
              <a:avLst/>
              <a:gdLst>
                <a:gd name="connsiteX0" fmla="*/ 0 w 1126902"/>
                <a:gd name="connsiteY0" fmla="*/ 0 h 1204245"/>
                <a:gd name="connsiteX1" fmla="*/ 0 w 1126902"/>
                <a:gd name="connsiteY1" fmla="*/ 312420 h 1204245"/>
                <a:gd name="connsiteX2" fmla="*/ 74295 w 1126902"/>
                <a:gd name="connsiteY2" fmla="*/ 312420 h 1204245"/>
                <a:gd name="connsiteX3" fmla="*/ 74581 w 1126902"/>
                <a:gd name="connsiteY3" fmla="*/ 302609 h 1204245"/>
                <a:gd name="connsiteX4" fmla="*/ 334328 w 1126902"/>
                <a:gd name="connsiteY4" fmla="*/ 90773 h 1204245"/>
                <a:gd name="connsiteX5" fmla="*/ 352330 w 1126902"/>
                <a:gd name="connsiteY5" fmla="*/ 90678 h 1204245"/>
                <a:gd name="connsiteX6" fmla="*/ 453200 w 1126902"/>
                <a:gd name="connsiteY6" fmla="*/ 106204 h 1204245"/>
                <a:gd name="connsiteX7" fmla="*/ 461201 w 1126902"/>
                <a:gd name="connsiteY7" fmla="*/ 128873 h 1204245"/>
                <a:gd name="connsiteX8" fmla="*/ 461201 w 1126902"/>
                <a:gd name="connsiteY8" fmla="*/ 950119 h 1204245"/>
                <a:gd name="connsiteX9" fmla="*/ 272510 w 1126902"/>
                <a:gd name="connsiteY9" fmla="*/ 1129475 h 1204245"/>
                <a:gd name="connsiteX10" fmla="*/ 262700 w 1126902"/>
                <a:gd name="connsiteY10" fmla="*/ 1129856 h 1204245"/>
                <a:gd name="connsiteX11" fmla="*/ 262700 w 1126902"/>
                <a:gd name="connsiteY11" fmla="*/ 1204246 h 1204245"/>
                <a:gd name="connsiteX12" fmla="*/ 578548 w 1126902"/>
                <a:gd name="connsiteY12" fmla="*/ 1196911 h 1204245"/>
                <a:gd name="connsiteX13" fmla="*/ 864203 w 1126902"/>
                <a:gd name="connsiteY13" fmla="*/ 1204246 h 1204245"/>
                <a:gd name="connsiteX14" fmla="*/ 864203 w 1126902"/>
                <a:gd name="connsiteY14" fmla="*/ 1129856 h 1204245"/>
                <a:gd name="connsiteX15" fmla="*/ 854393 w 1126902"/>
                <a:gd name="connsiteY15" fmla="*/ 1129475 h 1204245"/>
                <a:gd name="connsiteX16" fmla="*/ 665702 w 1126902"/>
                <a:gd name="connsiteY16" fmla="*/ 950119 h 1204245"/>
                <a:gd name="connsiteX17" fmla="*/ 665702 w 1126902"/>
                <a:gd name="connsiteY17" fmla="*/ 128873 h 1204245"/>
                <a:gd name="connsiteX18" fmla="*/ 673608 w 1126902"/>
                <a:gd name="connsiteY18" fmla="*/ 108490 h 1204245"/>
                <a:gd name="connsiteX19" fmla="*/ 791718 w 1126902"/>
                <a:gd name="connsiteY19" fmla="*/ 90488 h 1204245"/>
                <a:gd name="connsiteX20" fmla="*/ 815912 w 1126902"/>
                <a:gd name="connsiteY20" fmla="*/ 90773 h 1204245"/>
                <a:gd name="connsiteX21" fmla="*/ 1052513 w 1126902"/>
                <a:gd name="connsiteY21" fmla="*/ 302895 h 1204245"/>
                <a:gd name="connsiteX22" fmla="*/ 1053084 w 1126902"/>
                <a:gd name="connsiteY22" fmla="*/ 312420 h 1204245"/>
                <a:gd name="connsiteX23" fmla="*/ 1126903 w 1126902"/>
                <a:gd name="connsiteY23" fmla="*/ 312420 h 1204245"/>
                <a:gd name="connsiteX24" fmla="*/ 1126903 w 1126902"/>
                <a:gd name="connsiteY24" fmla="*/ 0 h 1204245"/>
                <a:gd name="connsiteX25" fmla="*/ 563404 w 1126902"/>
                <a:gd name="connsiteY25" fmla="*/ 2857 h 1204245"/>
                <a:gd name="connsiteX26" fmla="*/ 0 w 1126902"/>
                <a:gd name="connsiteY26" fmla="*/ 0 h 120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26902" h="1204245">
                  <a:moveTo>
                    <a:pt x="0" y="0"/>
                  </a:moveTo>
                  <a:lnTo>
                    <a:pt x="0" y="312420"/>
                  </a:lnTo>
                  <a:lnTo>
                    <a:pt x="74295" y="312420"/>
                  </a:lnTo>
                  <a:lnTo>
                    <a:pt x="74581" y="302609"/>
                  </a:lnTo>
                  <a:cubicBezTo>
                    <a:pt x="81344" y="99346"/>
                    <a:pt x="159163" y="90773"/>
                    <a:pt x="334328" y="90773"/>
                  </a:cubicBezTo>
                  <a:cubicBezTo>
                    <a:pt x="340328" y="90773"/>
                    <a:pt x="346424" y="90773"/>
                    <a:pt x="352330" y="90678"/>
                  </a:cubicBezTo>
                  <a:cubicBezTo>
                    <a:pt x="395859" y="90392"/>
                    <a:pt x="437007" y="90106"/>
                    <a:pt x="453200" y="106204"/>
                  </a:cubicBezTo>
                  <a:cubicBezTo>
                    <a:pt x="458629" y="111538"/>
                    <a:pt x="461201" y="118967"/>
                    <a:pt x="461201" y="128873"/>
                  </a:cubicBezTo>
                  <a:lnTo>
                    <a:pt x="461201" y="950119"/>
                  </a:lnTo>
                  <a:cubicBezTo>
                    <a:pt x="461201" y="1072039"/>
                    <a:pt x="444151" y="1122426"/>
                    <a:pt x="272510" y="1129475"/>
                  </a:cubicBezTo>
                  <a:lnTo>
                    <a:pt x="262700" y="1129856"/>
                  </a:lnTo>
                  <a:lnTo>
                    <a:pt x="262700" y="1204246"/>
                  </a:lnTo>
                  <a:cubicBezTo>
                    <a:pt x="262700" y="1204246"/>
                    <a:pt x="462725" y="1196911"/>
                    <a:pt x="578548" y="1196911"/>
                  </a:cubicBezTo>
                  <a:cubicBezTo>
                    <a:pt x="666941" y="1196911"/>
                    <a:pt x="864203" y="1204246"/>
                    <a:pt x="864203" y="1204246"/>
                  </a:cubicBezTo>
                  <a:lnTo>
                    <a:pt x="864203" y="1129856"/>
                  </a:lnTo>
                  <a:lnTo>
                    <a:pt x="854393" y="1129475"/>
                  </a:lnTo>
                  <a:cubicBezTo>
                    <a:pt x="682752" y="1122426"/>
                    <a:pt x="665702" y="1072039"/>
                    <a:pt x="665702" y="950119"/>
                  </a:cubicBezTo>
                  <a:lnTo>
                    <a:pt x="665702" y="128873"/>
                  </a:lnTo>
                  <a:cubicBezTo>
                    <a:pt x="665702" y="120396"/>
                    <a:pt x="668369" y="113729"/>
                    <a:pt x="673608" y="108490"/>
                  </a:cubicBezTo>
                  <a:cubicBezTo>
                    <a:pt x="693420" y="89059"/>
                    <a:pt x="747903" y="89821"/>
                    <a:pt x="791718" y="90488"/>
                  </a:cubicBezTo>
                  <a:cubicBezTo>
                    <a:pt x="800005" y="90583"/>
                    <a:pt x="808196" y="90773"/>
                    <a:pt x="815912" y="90773"/>
                  </a:cubicBezTo>
                  <a:cubicBezTo>
                    <a:pt x="987267" y="90773"/>
                    <a:pt x="1042511" y="140303"/>
                    <a:pt x="1052513" y="302895"/>
                  </a:cubicBezTo>
                  <a:lnTo>
                    <a:pt x="1053084" y="312420"/>
                  </a:lnTo>
                  <a:lnTo>
                    <a:pt x="1126903" y="312420"/>
                  </a:lnTo>
                  <a:lnTo>
                    <a:pt x="1126903" y="0"/>
                  </a:lnTo>
                  <a:cubicBezTo>
                    <a:pt x="1126903" y="0"/>
                    <a:pt x="694468" y="2857"/>
                    <a:pt x="563404" y="2857"/>
                  </a:cubicBezTo>
                  <a:cubicBezTo>
                    <a:pt x="432340" y="2857"/>
                    <a:pt x="0" y="0"/>
                    <a:pt x="0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E767C66-0B73-5220-D503-FE895FB3A262}"/>
                </a:ext>
              </a:extLst>
            </p:cNvPr>
            <p:cNvSpPr/>
            <p:nvPr/>
          </p:nvSpPr>
          <p:spPr>
            <a:xfrm>
              <a:off x="2728880" y="3418045"/>
              <a:ext cx="1195101" cy="1204626"/>
            </a:xfrm>
            <a:custGeom>
              <a:avLst/>
              <a:gdLst>
                <a:gd name="connsiteX0" fmla="*/ 372618 w 1195101"/>
                <a:gd name="connsiteY0" fmla="*/ 571786 h 1204626"/>
                <a:gd name="connsiteX1" fmla="*/ 372523 w 1195101"/>
                <a:gd name="connsiteY1" fmla="*/ 134303 h 1204626"/>
                <a:gd name="connsiteX2" fmla="*/ 386239 w 1195101"/>
                <a:gd name="connsiteY2" fmla="*/ 86487 h 1204626"/>
                <a:gd name="connsiteX3" fmla="*/ 498348 w 1195101"/>
                <a:gd name="connsiteY3" fmla="*/ 85630 h 1204626"/>
                <a:gd name="connsiteX4" fmla="*/ 738473 w 1195101"/>
                <a:gd name="connsiteY4" fmla="*/ 330518 h 1204626"/>
                <a:gd name="connsiteX5" fmla="*/ 640747 w 1195101"/>
                <a:gd name="connsiteY5" fmla="*/ 541687 h 1204626"/>
                <a:gd name="connsiteX6" fmla="*/ 372618 w 1195101"/>
                <a:gd name="connsiteY6" fmla="*/ 571786 h 1204626"/>
                <a:gd name="connsiteX7" fmla="*/ 1186529 w 1195101"/>
                <a:gd name="connsiteY7" fmla="*/ 1129760 h 1204626"/>
                <a:gd name="connsiteX8" fmla="*/ 1017461 w 1195101"/>
                <a:gd name="connsiteY8" fmla="*/ 1040702 h 1204626"/>
                <a:gd name="connsiteX9" fmla="*/ 661797 w 1195101"/>
                <a:gd name="connsiteY9" fmla="*/ 632460 h 1204626"/>
                <a:gd name="connsiteX10" fmla="*/ 964597 w 1195101"/>
                <a:gd name="connsiteY10" fmla="*/ 305371 h 1204626"/>
                <a:gd name="connsiteX11" fmla="*/ 831056 w 1195101"/>
                <a:gd name="connsiteY11" fmla="*/ 55816 h 1204626"/>
                <a:gd name="connsiteX12" fmla="*/ 544639 w 1195101"/>
                <a:gd name="connsiteY12" fmla="*/ 190 h 1204626"/>
                <a:gd name="connsiteX13" fmla="*/ 317468 w 1195101"/>
                <a:gd name="connsiteY13" fmla="*/ 4191 h 1204626"/>
                <a:gd name="connsiteX14" fmla="*/ 191 w 1195101"/>
                <a:gd name="connsiteY14" fmla="*/ 0 h 1204626"/>
                <a:gd name="connsiteX15" fmla="*/ 191 w 1195101"/>
                <a:gd name="connsiteY15" fmla="*/ 74866 h 1204626"/>
                <a:gd name="connsiteX16" fmla="*/ 15050 w 1195101"/>
                <a:gd name="connsiteY16" fmla="*/ 74866 h 1204626"/>
                <a:gd name="connsiteX17" fmla="*/ 152781 w 1195101"/>
                <a:gd name="connsiteY17" fmla="*/ 128683 h 1204626"/>
                <a:gd name="connsiteX18" fmla="*/ 168307 w 1195101"/>
                <a:gd name="connsiteY18" fmla="*/ 350139 h 1204626"/>
                <a:gd name="connsiteX19" fmla="*/ 168307 w 1195101"/>
                <a:gd name="connsiteY19" fmla="*/ 841248 h 1204626"/>
                <a:gd name="connsiteX20" fmla="*/ 161068 w 1195101"/>
                <a:gd name="connsiteY20" fmla="*/ 1034129 h 1204626"/>
                <a:gd name="connsiteX21" fmla="*/ 152686 w 1195101"/>
                <a:gd name="connsiteY21" fmla="*/ 1075944 h 1204626"/>
                <a:gd name="connsiteX22" fmla="*/ 10382 w 1195101"/>
                <a:gd name="connsiteY22" fmla="*/ 1129665 h 1204626"/>
                <a:gd name="connsiteX23" fmla="*/ 0 w 1195101"/>
                <a:gd name="connsiteY23" fmla="*/ 1129665 h 1204626"/>
                <a:gd name="connsiteX24" fmla="*/ 0 w 1195101"/>
                <a:gd name="connsiteY24" fmla="*/ 1204532 h 1204626"/>
                <a:gd name="connsiteX25" fmla="*/ 278225 w 1195101"/>
                <a:gd name="connsiteY25" fmla="*/ 1197102 h 1204626"/>
                <a:gd name="connsiteX26" fmla="*/ 540734 w 1195101"/>
                <a:gd name="connsiteY26" fmla="*/ 1204532 h 1204626"/>
                <a:gd name="connsiteX27" fmla="*/ 540734 w 1195101"/>
                <a:gd name="connsiteY27" fmla="*/ 1129665 h 1204626"/>
                <a:gd name="connsiteX28" fmla="*/ 525971 w 1195101"/>
                <a:gd name="connsiteY28" fmla="*/ 1129665 h 1204626"/>
                <a:gd name="connsiteX29" fmla="*/ 388239 w 1195101"/>
                <a:gd name="connsiteY29" fmla="*/ 1075754 h 1204626"/>
                <a:gd name="connsiteX30" fmla="*/ 379857 w 1195101"/>
                <a:gd name="connsiteY30" fmla="*/ 1034034 h 1204626"/>
                <a:gd name="connsiteX31" fmla="*/ 372618 w 1195101"/>
                <a:gd name="connsiteY31" fmla="*/ 854297 h 1204626"/>
                <a:gd name="connsiteX32" fmla="*/ 372618 w 1195101"/>
                <a:gd name="connsiteY32" fmla="*/ 653510 h 1204626"/>
                <a:gd name="connsiteX33" fmla="*/ 479107 w 1195101"/>
                <a:gd name="connsiteY33" fmla="*/ 702469 h 1204626"/>
                <a:gd name="connsiteX34" fmla="*/ 501110 w 1195101"/>
                <a:gd name="connsiteY34" fmla="*/ 728472 h 1204626"/>
                <a:gd name="connsiteX35" fmla="*/ 797909 w 1195101"/>
                <a:gd name="connsiteY35" fmla="*/ 1096804 h 1204626"/>
                <a:gd name="connsiteX36" fmla="*/ 885158 w 1195101"/>
                <a:gd name="connsiteY36" fmla="*/ 1204532 h 1204626"/>
                <a:gd name="connsiteX37" fmla="*/ 1027366 w 1195101"/>
                <a:gd name="connsiteY37" fmla="*/ 1200436 h 1204626"/>
                <a:gd name="connsiteX38" fmla="*/ 1195102 w 1195101"/>
                <a:gd name="connsiteY38" fmla="*/ 1204627 h 1204626"/>
                <a:gd name="connsiteX39" fmla="*/ 1195102 w 1195101"/>
                <a:gd name="connsiteY39" fmla="*/ 1131094 h 1204626"/>
                <a:gd name="connsiteX40" fmla="*/ 1186529 w 1195101"/>
                <a:gd name="connsiteY40" fmla="*/ 1129760 h 1204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195101" h="1204626">
                  <a:moveTo>
                    <a:pt x="372618" y="571786"/>
                  </a:moveTo>
                  <a:cubicBezTo>
                    <a:pt x="372618" y="571786"/>
                    <a:pt x="372618" y="136874"/>
                    <a:pt x="372523" y="134303"/>
                  </a:cubicBezTo>
                  <a:cubicBezTo>
                    <a:pt x="372237" y="116967"/>
                    <a:pt x="371761" y="93250"/>
                    <a:pt x="386239" y="86487"/>
                  </a:cubicBezTo>
                  <a:cubicBezTo>
                    <a:pt x="396240" y="82105"/>
                    <a:pt x="493014" y="85630"/>
                    <a:pt x="498348" y="85630"/>
                  </a:cubicBezTo>
                  <a:cubicBezTo>
                    <a:pt x="650938" y="85630"/>
                    <a:pt x="738473" y="174974"/>
                    <a:pt x="738473" y="330518"/>
                  </a:cubicBezTo>
                  <a:cubicBezTo>
                    <a:pt x="738473" y="443960"/>
                    <a:pt x="708374" y="509016"/>
                    <a:pt x="640747" y="541687"/>
                  </a:cubicBezTo>
                  <a:cubicBezTo>
                    <a:pt x="577691" y="571976"/>
                    <a:pt x="372618" y="571786"/>
                    <a:pt x="372618" y="571786"/>
                  </a:cubicBezTo>
                  <a:moveTo>
                    <a:pt x="1186529" y="1129760"/>
                  </a:moveTo>
                  <a:cubicBezTo>
                    <a:pt x="1100138" y="1116235"/>
                    <a:pt x="1074134" y="1106424"/>
                    <a:pt x="1017461" y="1040702"/>
                  </a:cubicBezTo>
                  <a:lnTo>
                    <a:pt x="661797" y="632460"/>
                  </a:lnTo>
                  <a:cubicBezTo>
                    <a:pt x="849059" y="608076"/>
                    <a:pt x="964597" y="484251"/>
                    <a:pt x="964597" y="305371"/>
                  </a:cubicBezTo>
                  <a:cubicBezTo>
                    <a:pt x="964597" y="188976"/>
                    <a:pt x="919544" y="105061"/>
                    <a:pt x="831056" y="55816"/>
                  </a:cubicBezTo>
                  <a:cubicBezTo>
                    <a:pt x="763619" y="18383"/>
                    <a:pt x="670084" y="190"/>
                    <a:pt x="544639" y="190"/>
                  </a:cubicBezTo>
                  <a:cubicBezTo>
                    <a:pt x="507206" y="1143"/>
                    <a:pt x="416909" y="4191"/>
                    <a:pt x="317468" y="4191"/>
                  </a:cubicBezTo>
                  <a:cubicBezTo>
                    <a:pt x="214313" y="4191"/>
                    <a:pt x="191" y="0"/>
                    <a:pt x="191" y="0"/>
                  </a:cubicBezTo>
                  <a:lnTo>
                    <a:pt x="191" y="74866"/>
                  </a:lnTo>
                  <a:lnTo>
                    <a:pt x="15050" y="74866"/>
                  </a:lnTo>
                  <a:cubicBezTo>
                    <a:pt x="71818" y="74486"/>
                    <a:pt x="135731" y="74771"/>
                    <a:pt x="152781" y="128683"/>
                  </a:cubicBezTo>
                  <a:cubicBezTo>
                    <a:pt x="168307" y="175355"/>
                    <a:pt x="168307" y="306896"/>
                    <a:pt x="168307" y="350139"/>
                  </a:cubicBezTo>
                  <a:lnTo>
                    <a:pt x="168307" y="841248"/>
                  </a:lnTo>
                  <a:cubicBezTo>
                    <a:pt x="168307" y="895445"/>
                    <a:pt x="168307" y="977837"/>
                    <a:pt x="161068" y="1034129"/>
                  </a:cubicBezTo>
                  <a:cubicBezTo>
                    <a:pt x="158972" y="1050798"/>
                    <a:pt x="156210" y="1065276"/>
                    <a:pt x="152686" y="1075944"/>
                  </a:cubicBezTo>
                  <a:cubicBezTo>
                    <a:pt x="135350" y="1129665"/>
                    <a:pt x="66104" y="1129665"/>
                    <a:pt x="10382" y="1129665"/>
                  </a:cubicBezTo>
                  <a:lnTo>
                    <a:pt x="0" y="1129665"/>
                  </a:lnTo>
                  <a:lnTo>
                    <a:pt x="0" y="1204532"/>
                  </a:lnTo>
                  <a:cubicBezTo>
                    <a:pt x="0" y="1204532"/>
                    <a:pt x="166783" y="1197102"/>
                    <a:pt x="278225" y="1197102"/>
                  </a:cubicBezTo>
                  <a:cubicBezTo>
                    <a:pt x="374047" y="1197102"/>
                    <a:pt x="540734" y="1204246"/>
                    <a:pt x="540734" y="1204532"/>
                  </a:cubicBezTo>
                  <a:lnTo>
                    <a:pt x="540734" y="1129665"/>
                  </a:lnTo>
                  <a:lnTo>
                    <a:pt x="525971" y="1129665"/>
                  </a:lnTo>
                  <a:cubicBezTo>
                    <a:pt x="470059" y="1129951"/>
                    <a:pt x="406813" y="1129760"/>
                    <a:pt x="388239" y="1075754"/>
                  </a:cubicBezTo>
                  <a:cubicBezTo>
                    <a:pt x="384620" y="1065086"/>
                    <a:pt x="381953" y="1050607"/>
                    <a:pt x="379857" y="1034034"/>
                  </a:cubicBezTo>
                  <a:cubicBezTo>
                    <a:pt x="372618" y="978122"/>
                    <a:pt x="372618" y="898017"/>
                    <a:pt x="372618" y="854297"/>
                  </a:cubicBezTo>
                  <a:lnTo>
                    <a:pt x="372618" y="653510"/>
                  </a:lnTo>
                  <a:cubicBezTo>
                    <a:pt x="439198" y="654082"/>
                    <a:pt x="444913" y="661035"/>
                    <a:pt x="479107" y="702469"/>
                  </a:cubicBezTo>
                  <a:cubicBezTo>
                    <a:pt x="485489" y="710089"/>
                    <a:pt x="492728" y="718756"/>
                    <a:pt x="501110" y="728472"/>
                  </a:cubicBezTo>
                  <a:lnTo>
                    <a:pt x="797909" y="1096804"/>
                  </a:lnTo>
                  <a:lnTo>
                    <a:pt x="885158" y="1204532"/>
                  </a:lnTo>
                  <a:cubicBezTo>
                    <a:pt x="885158" y="1204532"/>
                    <a:pt x="980885" y="1200436"/>
                    <a:pt x="1027366" y="1200436"/>
                  </a:cubicBezTo>
                  <a:cubicBezTo>
                    <a:pt x="1094994" y="1200436"/>
                    <a:pt x="1195102" y="1204627"/>
                    <a:pt x="1195102" y="1204627"/>
                  </a:cubicBezTo>
                  <a:lnTo>
                    <a:pt x="1195102" y="1131094"/>
                  </a:lnTo>
                  <a:lnTo>
                    <a:pt x="1186529" y="11297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2638857-694C-2D18-5249-D368F1E1B8C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Place image/chart here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A1C0C4D8-4F79-FBC1-6E9A-EB2D5466ACC0}"/>
              </a:ext>
            </a:extLst>
          </p:cNvPr>
          <p:cNvSpPr txBox="1">
            <a:spLocks/>
          </p:cNvSpPr>
          <p:nvPr userDrawn="1"/>
        </p:nvSpPr>
        <p:spPr>
          <a:xfrm>
            <a:off x="0" y="5511802"/>
            <a:ext cx="12192000" cy="121609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180947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or End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4AB57BC-56EF-CEFA-7E00-464A29D97D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0" y="667265"/>
            <a:ext cx="12188952" cy="61907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3B444B-A448-2DCC-D7AA-5291F562CA3A}"/>
              </a:ext>
            </a:extLst>
          </p:cNvPr>
          <p:cNvSpPr/>
          <p:nvPr userDrawn="1"/>
        </p:nvSpPr>
        <p:spPr>
          <a:xfrm>
            <a:off x="0" y="1165180"/>
            <a:ext cx="12192000" cy="1062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9DC08-176E-6D85-5320-81FA1E77A5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3802" y="1359208"/>
            <a:ext cx="12199605" cy="71122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ctr">
              <a:defRPr sz="5400">
                <a:solidFill>
                  <a:srgbClr val="F8690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53C01-6A5F-A2CA-8709-6D4D871C02A5}"/>
              </a:ext>
            </a:extLst>
          </p:cNvPr>
          <p:cNvSpPr txBox="1"/>
          <p:nvPr userDrawn="1"/>
        </p:nvSpPr>
        <p:spPr>
          <a:xfrm>
            <a:off x="11689126" y="269573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rgbClr val="E56B2A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C2245DF-63A5-6AFB-E921-FD3351AE2E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9726" y="240997"/>
            <a:ext cx="2700733" cy="240066"/>
          </a:xfrm>
          <a:prstGeom prst="rect">
            <a:avLst/>
          </a:prstGeom>
        </p:spPr>
      </p:pic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593554FC-834B-B904-1AAC-EA02135BA201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21B4AC2-DFA0-9EE8-ACDA-4DB9C2137F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511" y="132286"/>
            <a:ext cx="2888936" cy="42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8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and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E25DB803-D994-ED16-6B14-948EF0CF7A00}"/>
              </a:ext>
            </a:extLst>
          </p:cNvPr>
          <p:cNvSpPr/>
          <p:nvPr/>
        </p:nvSpPr>
        <p:spPr>
          <a:xfrm>
            <a:off x="4484161" y="2811796"/>
            <a:ext cx="1195152" cy="1073947"/>
          </a:xfrm>
          <a:custGeom>
            <a:avLst/>
            <a:gdLst>
              <a:gd name="connsiteX0" fmla="*/ 0 w 424529"/>
              <a:gd name="connsiteY0" fmla="*/ 381476 h 381476"/>
              <a:gd name="connsiteX1" fmla="*/ 186404 w 424529"/>
              <a:gd name="connsiteY1" fmla="*/ 381476 h 381476"/>
              <a:gd name="connsiteX2" fmla="*/ 186404 w 424529"/>
              <a:gd name="connsiteY2" fmla="*/ 196406 h 381476"/>
              <a:gd name="connsiteX3" fmla="*/ 95250 w 424529"/>
              <a:gd name="connsiteY3" fmla="*/ 196406 h 381476"/>
              <a:gd name="connsiteX4" fmla="*/ 189166 w 424529"/>
              <a:gd name="connsiteY4" fmla="*/ 66866 h 381476"/>
              <a:gd name="connsiteX5" fmla="*/ 189166 w 424529"/>
              <a:gd name="connsiteY5" fmla="*/ 0 h 381476"/>
              <a:gd name="connsiteX6" fmla="*/ 0 w 424529"/>
              <a:gd name="connsiteY6" fmla="*/ 213551 h 381476"/>
              <a:gd name="connsiteX7" fmla="*/ 0 w 424529"/>
              <a:gd name="connsiteY7" fmla="*/ 381476 h 381476"/>
              <a:gd name="connsiteX8" fmla="*/ 235363 w 424529"/>
              <a:gd name="connsiteY8" fmla="*/ 381476 h 381476"/>
              <a:gd name="connsiteX9" fmla="*/ 421767 w 424529"/>
              <a:gd name="connsiteY9" fmla="*/ 381476 h 381476"/>
              <a:gd name="connsiteX10" fmla="*/ 421767 w 424529"/>
              <a:gd name="connsiteY10" fmla="*/ 196406 h 381476"/>
              <a:gd name="connsiteX11" fmla="*/ 330613 w 424529"/>
              <a:gd name="connsiteY11" fmla="*/ 196406 h 381476"/>
              <a:gd name="connsiteX12" fmla="*/ 424529 w 424529"/>
              <a:gd name="connsiteY12" fmla="*/ 66866 h 381476"/>
              <a:gd name="connsiteX13" fmla="*/ 424529 w 424529"/>
              <a:gd name="connsiteY13" fmla="*/ 0 h 381476"/>
              <a:gd name="connsiteX14" fmla="*/ 235363 w 424529"/>
              <a:gd name="connsiteY14" fmla="*/ 213551 h 381476"/>
              <a:gd name="connsiteX15" fmla="*/ 235363 w 424529"/>
              <a:gd name="connsiteY15" fmla="*/ 381476 h 381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529" h="381476">
                <a:moveTo>
                  <a:pt x="0" y="381476"/>
                </a:moveTo>
                <a:lnTo>
                  <a:pt x="186404" y="381476"/>
                </a:lnTo>
                <a:lnTo>
                  <a:pt x="186404" y="196406"/>
                </a:lnTo>
                <a:lnTo>
                  <a:pt x="95250" y="196406"/>
                </a:lnTo>
                <a:cubicBezTo>
                  <a:pt x="95250" y="126683"/>
                  <a:pt x="146304" y="81153"/>
                  <a:pt x="189166" y="66866"/>
                </a:cubicBezTo>
                <a:lnTo>
                  <a:pt x="189166" y="0"/>
                </a:lnTo>
                <a:cubicBezTo>
                  <a:pt x="96679" y="15621"/>
                  <a:pt x="0" y="84011"/>
                  <a:pt x="0" y="213551"/>
                </a:cubicBezTo>
                <a:lnTo>
                  <a:pt x="0" y="381476"/>
                </a:lnTo>
                <a:close/>
                <a:moveTo>
                  <a:pt x="235363" y="381476"/>
                </a:moveTo>
                <a:lnTo>
                  <a:pt x="421767" y="381476"/>
                </a:lnTo>
                <a:lnTo>
                  <a:pt x="421767" y="196406"/>
                </a:lnTo>
                <a:lnTo>
                  <a:pt x="330613" y="196406"/>
                </a:lnTo>
                <a:cubicBezTo>
                  <a:pt x="330613" y="126683"/>
                  <a:pt x="381667" y="81153"/>
                  <a:pt x="424529" y="66866"/>
                </a:cubicBezTo>
                <a:lnTo>
                  <a:pt x="424529" y="0"/>
                </a:lnTo>
                <a:cubicBezTo>
                  <a:pt x="332041" y="15621"/>
                  <a:pt x="235363" y="84011"/>
                  <a:pt x="235363" y="213551"/>
                </a:cubicBezTo>
                <a:lnTo>
                  <a:pt x="235363" y="381476"/>
                </a:lnTo>
                <a:close/>
              </a:path>
            </a:pathLst>
          </a:custGeom>
          <a:solidFill>
            <a:srgbClr val="F8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E22F2F27-0698-7527-A070-E16863DAF5C1}"/>
              </a:ext>
            </a:extLst>
          </p:cNvPr>
          <p:cNvSpPr/>
          <p:nvPr/>
        </p:nvSpPr>
        <p:spPr>
          <a:xfrm>
            <a:off x="2808515" y="2689478"/>
            <a:ext cx="1077604" cy="1479043"/>
          </a:xfrm>
          <a:custGeom>
            <a:avLst/>
            <a:gdLst>
              <a:gd name="connsiteX0" fmla="*/ 0 w 328041"/>
              <a:gd name="connsiteY0" fmla="*/ 0 h 450246"/>
              <a:gd name="connsiteX1" fmla="*/ 0 w 328041"/>
              <a:gd name="connsiteY1" fmla="*/ 180880 h 450246"/>
              <a:gd name="connsiteX2" fmla="*/ 104489 w 328041"/>
              <a:gd name="connsiteY2" fmla="*/ 222218 h 450246"/>
              <a:gd name="connsiteX3" fmla="*/ 104489 w 328041"/>
              <a:gd name="connsiteY3" fmla="*/ 224219 h 450246"/>
              <a:gd name="connsiteX4" fmla="*/ 0 w 328041"/>
              <a:gd name="connsiteY4" fmla="*/ 272320 h 450246"/>
              <a:gd name="connsiteX5" fmla="*/ 0 w 328041"/>
              <a:gd name="connsiteY5" fmla="*/ 450247 h 450246"/>
              <a:gd name="connsiteX6" fmla="*/ 328041 w 328041"/>
              <a:gd name="connsiteY6" fmla="*/ 312896 h 450246"/>
              <a:gd name="connsiteX7" fmla="*/ 328041 w 328041"/>
              <a:gd name="connsiteY7" fmla="*/ 137446 h 450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8041" h="450246">
                <a:moveTo>
                  <a:pt x="0" y="0"/>
                </a:moveTo>
                <a:lnTo>
                  <a:pt x="0" y="180880"/>
                </a:lnTo>
                <a:lnTo>
                  <a:pt x="104489" y="222218"/>
                </a:lnTo>
                <a:lnTo>
                  <a:pt x="104489" y="224219"/>
                </a:lnTo>
                <a:lnTo>
                  <a:pt x="0" y="272320"/>
                </a:lnTo>
                <a:lnTo>
                  <a:pt x="0" y="450247"/>
                </a:lnTo>
                <a:lnTo>
                  <a:pt x="328041" y="312896"/>
                </a:lnTo>
                <a:lnTo>
                  <a:pt x="328041" y="137446"/>
                </a:lnTo>
                <a:close/>
              </a:path>
            </a:pathLst>
          </a:custGeom>
          <a:solidFill>
            <a:srgbClr val="FF6B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2290EC4-2EC3-C6C1-42A7-05E62F9E0F68}"/>
              </a:ext>
            </a:extLst>
          </p:cNvPr>
          <p:cNvSpPr/>
          <p:nvPr userDrawn="1"/>
        </p:nvSpPr>
        <p:spPr>
          <a:xfrm>
            <a:off x="6092198" y="2023733"/>
            <a:ext cx="2652206" cy="2675039"/>
          </a:xfrm>
          <a:custGeom>
            <a:avLst/>
            <a:gdLst>
              <a:gd name="connsiteX0" fmla="*/ 500348 w 808005"/>
              <a:gd name="connsiteY0" fmla="*/ 0 h 808005"/>
              <a:gd name="connsiteX1" fmla="*/ 808006 w 808005"/>
              <a:gd name="connsiteY1" fmla="*/ 0 h 808005"/>
              <a:gd name="connsiteX2" fmla="*/ 808006 w 808005"/>
              <a:gd name="connsiteY2" fmla="*/ 307657 h 808005"/>
              <a:gd name="connsiteX3" fmla="*/ 307658 w 808005"/>
              <a:gd name="connsiteY3" fmla="*/ 808006 h 808005"/>
              <a:gd name="connsiteX4" fmla="*/ 0 w 808005"/>
              <a:gd name="connsiteY4" fmla="*/ 808006 h 808005"/>
              <a:gd name="connsiteX5" fmla="*/ 0 w 808005"/>
              <a:gd name="connsiteY5" fmla="*/ 500348 h 80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8005" h="808005">
                <a:moveTo>
                  <a:pt x="500348" y="0"/>
                </a:moveTo>
                <a:lnTo>
                  <a:pt x="808006" y="0"/>
                </a:lnTo>
                <a:lnTo>
                  <a:pt x="808006" y="307657"/>
                </a:lnTo>
                <a:lnTo>
                  <a:pt x="307658" y="808006"/>
                </a:lnTo>
                <a:lnTo>
                  <a:pt x="0" y="808006"/>
                </a:lnTo>
                <a:lnTo>
                  <a:pt x="0" y="500348"/>
                </a:lnTo>
                <a:close/>
              </a:path>
            </a:pathLst>
          </a:custGeom>
          <a:solidFill>
            <a:srgbClr val="F869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85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7668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9736E-DB94-4860-EDD7-C6842055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6F4A-DECD-4262-B62D-457E50584276}" type="datetime1">
              <a:rPr lang="en-US" smtClean="0"/>
              <a:t>20-Apr-26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1DF6ED-0C57-5302-300F-C9F62FFD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ISTE 605 - Scholarship in ITA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AC6A3-24B3-24F0-72A3-C64ED48F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449-E264-4C0C-886F-83FB173B9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1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1241FE-5455-A291-4299-4D8ACC82A358}"/>
              </a:ext>
            </a:extLst>
          </p:cNvPr>
          <p:cNvSpPr/>
          <p:nvPr/>
        </p:nvSpPr>
        <p:spPr>
          <a:xfrm>
            <a:off x="0" y="0"/>
            <a:ext cx="12192000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1D4DF-4382-661D-5047-A5BB2C46391E}"/>
              </a:ext>
            </a:extLst>
          </p:cNvPr>
          <p:cNvSpPr txBox="1"/>
          <p:nvPr/>
        </p:nvSpPr>
        <p:spPr>
          <a:xfrm>
            <a:off x="11689126" y="269573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rgbClr val="E56B2A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8B58135-9834-F62E-D6A8-1E65F4F8D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069726" y="240997"/>
            <a:ext cx="2700733" cy="240066"/>
          </a:xfrm>
          <a:prstGeom prst="rect">
            <a:avLst/>
          </a:prstGeom>
        </p:spPr>
      </p:pic>
      <p:grpSp>
        <p:nvGrpSpPr>
          <p:cNvPr id="2" name="Graphic 22">
            <a:extLst>
              <a:ext uri="{FF2B5EF4-FFF2-40B4-BE49-F238E27FC236}">
                <a16:creationId xmlns:a16="http://schemas.microsoft.com/office/drawing/2014/main" id="{B57F46E8-AA6C-8E16-EABB-D88B66D14F45}"/>
              </a:ext>
            </a:extLst>
          </p:cNvPr>
          <p:cNvGrpSpPr/>
          <p:nvPr/>
        </p:nvGrpSpPr>
        <p:grpSpPr>
          <a:xfrm>
            <a:off x="202133" y="195768"/>
            <a:ext cx="798764" cy="301829"/>
            <a:chOff x="2728880" y="3418045"/>
            <a:chExt cx="3190208" cy="1205483"/>
          </a:xfrm>
          <a:solidFill>
            <a:schemeClr val="bg1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9071FB11-3FF3-4E00-AE91-7D19E88A56D8}"/>
                </a:ext>
              </a:extLst>
            </p:cNvPr>
            <p:cNvSpPr/>
            <p:nvPr/>
          </p:nvSpPr>
          <p:spPr>
            <a:xfrm>
              <a:off x="4081525" y="3418140"/>
              <a:ext cx="547877" cy="1204531"/>
            </a:xfrm>
            <a:custGeom>
              <a:avLst/>
              <a:gdLst>
                <a:gd name="connsiteX0" fmla="*/ 393478 w 547877"/>
                <a:gd name="connsiteY0" fmla="*/ 129064 h 1204531"/>
                <a:gd name="connsiteX1" fmla="*/ 537686 w 547877"/>
                <a:gd name="connsiteY1" fmla="*/ 74771 h 1204531"/>
                <a:gd name="connsiteX2" fmla="*/ 547878 w 547877"/>
                <a:gd name="connsiteY2" fmla="*/ 74771 h 1204531"/>
                <a:gd name="connsiteX3" fmla="*/ 547878 w 547877"/>
                <a:gd name="connsiteY3" fmla="*/ 0 h 1204531"/>
                <a:gd name="connsiteX4" fmla="*/ 267938 w 547877"/>
                <a:gd name="connsiteY4" fmla="*/ 4667 h 1204531"/>
                <a:gd name="connsiteX5" fmla="*/ 0 w 547877"/>
                <a:gd name="connsiteY5" fmla="*/ 0 h 1204531"/>
                <a:gd name="connsiteX6" fmla="*/ 0 w 547877"/>
                <a:gd name="connsiteY6" fmla="*/ 74771 h 1204531"/>
                <a:gd name="connsiteX7" fmla="*/ 10192 w 547877"/>
                <a:gd name="connsiteY7" fmla="*/ 74771 h 1204531"/>
                <a:gd name="connsiteX8" fmla="*/ 154400 w 547877"/>
                <a:gd name="connsiteY8" fmla="*/ 128968 h 1204531"/>
                <a:gd name="connsiteX9" fmla="*/ 171640 w 547877"/>
                <a:gd name="connsiteY9" fmla="*/ 363188 h 1204531"/>
                <a:gd name="connsiteX10" fmla="*/ 171640 w 547877"/>
                <a:gd name="connsiteY10" fmla="*/ 841153 h 1204531"/>
                <a:gd name="connsiteX11" fmla="*/ 154496 w 547877"/>
                <a:gd name="connsiteY11" fmla="*/ 1075373 h 1204531"/>
                <a:gd name="connsiteX12" fmla="*/ 10192 w 547877"/>
                <a:gd name="connsiteY12" fmla="*/ 1129569 h 1204531"/>
                <a:gd name="connsiteX13" fmla="*/ 0 w 547877"/>
                <a:gd name="connsiteY13" fmla="*/ 1129569 h 1204531"/>
                <a:gd name="connsiteX14" fmla="*/ 0 w 547877"/>
                <a:gd name="connsiteY14" fmla="*/ 1204531 h 1204531"/>
                <a:gd name="connsiteX15" fmla="*/ 268224 w 547877"/>
                <a:gd name="connsiteY15" fmla="*/ 1197102 h 1204531"/>
                <a:gd name="connsiteX16" fmla="*/ 547878 w 547877"/>
                <a:gd name="connsiteY16" fmla="*/ 1204531 h 1204531"/>
                <a:gd name="connsiteX17" fmla="*/ 547878 w 547877"/>
                <a:gd name="connsiteY17" fmla="*/ 1129569 h 1204531"/>
                <a:gd name="connsiteX18" fmla="*/ 537686 w 547877"/>
                <a:gd name="connsiteY18" fmla="*/ 1129569 h 1204531"/>
                <a:gd name="connsiteX19" fmla="*/ 393478 w 547877"/>
                <a:gd name="connsiteY19" fmla="*/ 1075468 h 1204531"/>
                <a:gd name="connsiteX20" fmla="*/ 376333 w 547877"/>
                <a:gd name="connsiteY20" fmla="*/ 841153 h 1204531"/>
                <a:gd name="connsiteX21" fmla="*/ 376333 w 547877"/>
                <a:gd name="connsiteY21" fmla="*/ 363188 h 1204531"/>
                <a:gd name="connsiteX22" fmla="*/ 393478 w 547877"/>
                <a:gd name="connsiteY22" fmla="*/ 129064 h 120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7877" h="1204531">
                  <a:moveTo>
                    <a:pt x="393478" y="129064"/>
                  </a:moveTo>
                  <a:cubicBezTo>
                    <a:pt x="414242" y="74771"/>
                    <a:pt x="482727" y="74771"/>
                    <a:pt x="537686" y="74771"/>
                  </a:cubicBezTo>
                  <a:lnTo>
                    <a:pt x="547878" y="74771"/>
                  </a:lnTo>
                  <a:lnTo>
                    <a:pt x="547878" y="0"/>
                  </a:lnTo>
                  <a:cubicBezTo>
                    <a:pt x="547878" y="0"/>
                    <a:pt x="333565" y="4667"/>
                    <a:pt x="267938" y="4667"/>
                  </a:cubicBezTo>
                  <a:cubicBezTo>
                    <a:pt x="200406" y="4667"/>
                    <a:pt x="0" y="0"/>
                    <a:pt x="0" y="0"/>
                  </a:cubicBezTo>
                  <a:lnTo>
                    <a:pt x="0" y="74771"/>
                  </a:lnTo>
                  <a:lnTo>
                    <a:pt x="10192" y="74771"/>
                  </a:lnTo>
                  <a:cubicBezTo>
                    <a:pt x="65246" y="74771"/>
                    <a:pt x="133731" y="74771"/>
                    <a:pt x="154400" y="128968"/>
                  </a:cubicBezTo>
                  <a:cubicBezTo>
                    <a:pt x="171640" y="175450"/>
                    <a:pt x="171640" y="307086"/>
                    <a:pt x="171640" y="363188"/>
                  </a:cubicBezTo>
                  <a:lnTo>
                    <a:pt x="171640" y="841153"/>
                  </a:lnTo>
                  <a:cubicBezTo>
                    <a:pt x="171640" y="897350"/>
                    <a:pt x="171640" y="1028890"/>
                    <a:pt x="154496" y="1075373"/>
                  </a:cubicBezTo>
                  <a:cubicBezTo>
                    <a:pt x="133731" y="1129569"/>
                    <a:pt x="65246" y="1129569"/>
                    <a:pt x="10192" y="1129569"/>
                  </a:cubicBezTo>
                  <a:lnTo>
                    <a:pt x="0" y="1129569"/>
                  </a:lnTo>
                  <a:lnTo>
                    <a:pt x="0" y="1204531"/>
                  </a:lnTo>
                  <a:cubicBezTo>
                    <a:pt x="0" y="1204341"/>
                    <a:pt x="173260" y="1197102"/>
                    <a:pt x="268224" y="1197102"/>
                  </a:cubicBezTo>
                  <a:cubicBezTo>
                    <a:pt x="377476" y="1197102"/>
                    <a:pt x="547878" y="1204531"/>
                    <a:pt x="547878" y="1204531"/>
                  </a:cubicBezTo>
                  <a:lnTo>
                    <a:pt x="547878" y="1129569"/>
                  </a:lnTo>
                  <a:lnTo>
                    <a:pt x="537686" y="1129569"/>
                  </a:lnTo>
                  <a:cubicBezTo>
                    <a:pt x="482727" y="1129569"/>
                    <a:pt x="414242" y="1129569"/>
                    <a:pt x="393478" y="1075468"/>
                  </a:cubicBezTo>
                  <a:cubicBezTo>
                    <a:pt x="376333" y="1028890"/>
                    <a:pt x="376333" y="897350"/>
                    <a:pt x="376333" y="841153"/>
                  </a:cubicBezTo>
                  <a:lnTo>
                    <a:pt x="376333" y="363188"/>
                  </a:lnTo>
                  <a:cubicBezTo>
                    <a:pt x="376333" y="307086"/>
                    <a:pt x="376333" y="175450"/>
                    <a:pt x="393478" y="12906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9CDF796-80E7-89FE-ECFA-376EE09D87EF}"/>
                </a:ext>
              </a:extLst>
            </p:cNvPr>
            <p:cNvSpPr/>
            <p:nvPr/>
          </p:nvSpPr>
          <p:spPr>
            <a:xfrm>
              <a:off x="4792185" y="3419283"/>
              <a:ext cx="1126902" cy="1204245"/>
            </a:xfrm>
            <a:custGeom>
              <a:avLst/>
              <a:gdLst>
                <a:gd name="connsiteX0" fmla="*/ 0 w 1126902"/>
                <a:gd name="connsiteY0" fmla="*/ 0 h 1204245"/>
                <a:gd name="connsiteX1" fmla="*/ 0 w 1126902"/>
                <a:gd name="connsiteY1" fmla="*/ 312420 h 1204245"/>
                <a:gd name="connsiteX2" fmla="*/ 74295 w 1126902"/>
                <a:gd name="connsiteY2" fmla="*/ 312420 h 1204245"/>
                <a:gd name="connsiteX3" fmla="*/ 74581 w 1126902"/>
                <a:gd name="connsiteY3" fmla="*/ 302609 h 1204245"/>
                <a:gd name="connsiteX4" fmla="*/ 334328 w 1126902"/>
                <a:gd name="connsiteY4" fmla="*/ 90773 h 1204245"/>
                <a:gd name="connsiteX5" fmla="*/ 352330 w 1126902"/>
                <a:gd name="connsiteY5" fmla="*/ 90678 h 1204245"/>
                <a:gd name="connsiteX6" fmla="*/ 453200 w 1126902"/>
                <a:gd name="connsiteY6" fmla="*/ 106204 h 1204245"/>
                <a:gd name="connsiteX7" fmla="*/ 461201 w 1126902"/>
                <a:gd name="connsiteY7" fmla="*/ 128873 h 1204245"/>
                <a:gd name="connsiteX8" fmla="*/ 461201 w 1126902"/>
                <a:gd name="connsiteY8" fmla="*/ 950119 h 1204245"/>
                <a:gd name="connsiteX9" fmla="*/ 272510 w 1126902"/>
                <a:gd name="connsiteY9" fmla="*/ 1129475 h 1204245"/>
                <a:gd name="connsiteX10" fmla="*/ 262700 w 1126902"/>
                <a:gd name="connsiteY10" fmla="*/ 1129856 h 1204245"/>
                <a:gd name="connsiteX11" fmla="*/ 262700 w 1126902"/>
                <a:gd name="connsiteY11" fmla="*/ 1204246 h 1204245"/>
                <a:gd name="connsiteX12" fmla="*/ 578548 w 1126902"/>
                <a:gd name="connsiteY12" fmla="*/ 1196911 h 1204245"/>
                <a:gd name="connsiteX13" fmla="*/ 864203 w 1126902"/>
                <a:gd name="connsiteY13" fmla="*/ 1204246 h 1204245"/>
                <a:gd name="connsiteX14" fmla="*/ 864203 w 1126902"/>
                <a:gd name="connsiteY14" fmla="*/ 1129856 h 1204245"/>
                <a:gd name="connsiteX15" fmla="*/ 854393 w 1126902"/>
                <a:gd name="connsiteY15" fmla="*/ 1129475 h 1204245"/>
                <a:gd name="connsiteX16" fmla="*/ 665702 w 1126902"/>
                <a:gd name="connsiteY16" fmla="*/ 950119 h 1204245"/>
                <a:gd name="connsiteX17" fmla="*/ 665702 w 1126902"/>
                <a:gd name="connsiteY17" fmla="*/ 128873 h 1204245"/>
                <a:gd name="connsiteX18" fmla="*/ 673608 w 1126902"/>
                <a:gd name="connsiteY18" fmla="*/ 108490 h 1204245"/>
                <a:gd name="connsiteX19" fmla="*/ 791718 w 1126902"/>
                <a:gd name="connsiteY19" fmla="*/ 90488 h 1204245"/>
                <a:gd name="connsiteX20" fmla="*/ 815912 w 1126902"/>
                <a:gd name="connsiteY20" fmla="*/ 90773 h 1204245"/>
                <a:gd name="connsiteX21" fmla="*/ 1052513 w 1126902"/>
                <a:gd name="connsiteY21" fmla="*/ 302895 h 1204245"/>
                <a:gd name="connsiteX22" fmla="*/ 1053084 w 1126902"/>
                <a:gd name="connsiteY22" fmla="*/ 312420 h 1204245"/>
                <a:gd name="connsiteX23" fmla="*/ 1126903 w 1126902"/>
                <a:gd name="connsiteY23" fmla="*/ 312420 h 1204245"/>
                <a:gd name="connsiteX24" fmla="*/ 1126903 w 1126902"/>
                <a:gd name="connsiteY24" fmla="*/ 0 h 1204245"/>
                <a:gd name="connsiteX25" fmla="*/ 563404 w 1126902"/>
                <a:gd name="connsiteY25" fmla="*/ 2857 h 1204245"/>
                <a:gd name="connsiteX26" fmla="*/ 0 w 1126902"/>
                <a:gd name="connsiteY26" fmla="*/ 0 h 120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26902" h="1204245">
                  <a:moveTo>
                    <a:pt x="0" y="0"/>
                  </a:moveTo>
                  <a:lnTo>
                    <a:pt x="0" y="312420"/>
                  </a:lnTo>
                  <a:lnTo>
                    <a:pt x="74295" y="312420"/>
                  </a:lnTo>
                  <a:lnTo>
                    <a:pt x="74581" y="302609"/>
                  </a:lnTo>
                  <a:cubicBezTo>
                    <a:pt x="81344" y="99346"/>
                    <a:pt x="159163" y="90773"/>
                    <a:pt x="334328" y="90773"/>
                  </a:cubicBezTo>
                  <a:cubicBezTo>
                    <a:pt x="340328" y="90773"/>
                    <a:pt x="346424" y="90773"/>
                    <a:pt x="352330" y="90678"/>
                  </a:cubicBezTo>
                  <a:cubicBezTo>
                    <a:pt x="395859" y="90392"/>
                    <a:pt x="437007" y="90106"/>
                    <a:pt x="453200" y="106204"/>
                  </a:cubicBezTo>
                  <a:cubicBezTo>
                    <a:pt x="458629" y="111538"/>
                    <a:pt x="461201" y="118967"/>
                    <a:pt x="461201" y="128873"/>
                  </a:cubicBezTo>
                  <a:lnTo>
                    <a:pt x="461201" y="950119"/>
                  </a:lnTo>
                  <a:cubicBezTo>
                    <a:pt x="461201" y="1072039"/>
                    <a:pt x="444151" y="1122426"/>
                    <a:pt x="272510" y="1129475"/>
                  </a:cubicBezTo>
                  <a:lnTo>
                    <a:pt x="262700" y="1129856"/>
                  </a:lnTo>
                  <a:lnTo>
                    <a:pt x="262700" y="1204246"/>
                  </a:lnTo>
                  <a:cubicBezTo>
                    <a:pt x="262700" y="1204246"/>
                    <a:pt x="462725" y="1196911"/>
                    <a:pt x="578548" y="1196911"/>
                  </a:cubicBezTo>
                  <a:cubicBezTo>
                    <a:pt x="666941" y="1196911"/>
                    <a:pt x="864203" y="1204246"/>
                    <a:pt x="864203" y="1204246"/>
                  </a:cubicBezTo>
                  <a:lnTo>
                    <a:pt x="864203" y="1129856"/>
                  </a:lnTo>
                  <a:lnTo>
                    <a:pt x="854393" y="1129475"/>
                  </a:lnTo>
                  <a:cubicBezTo>
                    <a:pt x="682752" y="1122426"/>
                    <a:pt x="665702" y="1072039"/>
                    <a:pt x="665702" y="950119"/>
                  </a:cubicBezTo>
                  <a:lnTo>
                    <a:pt x="665702" y="128873"/>
                  </a:lnTo>
                  <a:cubicBezTo>
                    <a:pt x="665702" y="120396"/>
                    <a:pt x="668369" y="113729"/>
                    <a:pt x="673608" y="108490"/>
                  </a:cubicBezTo>
                  <a:cubicBezTo>
                    <a:pt x="693420" y="89059"/>
                    <a:pt x="747903" y="89821"/>
                    <a:pt x="791718" y="90488"/>
                  </a:cubicBezTo>
                  <a:cubicBezTo>
                    <a:pt x="800005" y="90583"/>
                    <a:pt x="808196" y="90773"/>
                    <a:pt x="815912" y="90773"/>
                  </a:cubicBezTo>
                  <a:cubicBezTo>
                    <a:pt x="987267" y="90773"/>
                    <a:pt x="1042511" y="140303"/>
                    <a:pt x="1052513" y="302895"/>
                  </a:cubicBezTo>
                  <a:lnTo>
                    <a:pt x="1053084" y="312420"/>
                  </a:lnTo>
                  <a:lnTo>
                    <a:pt x="1126903" y="312420"/>
                  </a:lnTo>
                  <a:lnTo>
                    <a:pt x="1126903" y="0"/>
                  </a:lnTo>
                  <a:cubicBezTo>
                    <a:pt x="1126903" y="0"/>
                    <a:pt x="694468" y="2857"/>
                    <a:pt x="563404" y="2857"/>
                  </a:cubicBezTo>
                  <a:cubicBezTo>
                    <a:pt x="432340" y="2857"/>
                    <a:pt x="0" y="0"/>
                    <a:pt x="0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96685BB-D245-F24C-E67E-92273E3E8E4B}"/>
                </a:ext>
              </a:extLst>
            </p:cNvPr>
            <p:cNvSpPr/>
            <p:nvPr/>
          </p:nvSpPr>
          <p:spPr>
            <a:xfrm>
              <a:off x="2728880" y="3418045"/>
              <a:ext cx="1195101" cy="1204626"/>
            </a:xfrm>
            <a:custGeom>
              <a:avLst/>
              <a:gdLst>
                <a:gd name="connsiteX0" fmla="*/ 372618 w 1195101"/>
                <a:gd name="connsiteY0" fmla="*/ 571786 h 1204626"/>
                <a:gd name="connsiteX1" fmla="*/ 372523 w 1195101"/>
                <a:gd name="connsiteY1" fmla="*/ 134303 h 1204626"/>
                <a:gd name="connsiteX2" fmla="*/ 386239 w 1195101"/>
                <a:gd name="connsiteY2" fmla="*/ 86487 h 1204626"/>
                <a:gd name="connsiteX3" fmla="*/ 498348 w 1195101"/>
                <a:gd name="connsiteY3" fmla="*/ 85630 h 1204626"/>
                <a:gd name="connsiteX4" fmla="*/ 738473 w 1195101"/>
                <a:gd name="connsiteY4" fmla="*/ 330518 h 1204626"/>
                <a:gd name="connsiteX5" fmla="*/ 640747 w 1195101"/>
                <a:gd name="connsiteY5" fmla="*/ 541687 h 1204626"/>
                <a:gd name="connsiteX6" fmla="*/ 372618 w 1195101"/>
                <a:gd name="connsiteY6" fmla="*/ 571786 h 1204626"/>
                <a:gd name="connsiteX7" fmla="*/ 1186529 w 1195101"/>
                <a:gd name="connsiteY7" fmla="*/ 1129760 h 1204626"/>
                <a:gd name="connsiteX8" fmla="*/ 1017461 w 1195101"/>
                <a:gd name="connsiteY8" fmla="*/ 1040702 h 1204626"/>
                <a:gd name="connsiteX9" fmla="*/ 661797 w 1195101"/>
                <a:gd name="connsiteY9" fmla="*/ 632460 h 1204626"/>
                <a:gd name="connsiteX10" fmla="*/ 964597 w 1195101"/>
                <a:gd name="connsiteY10" fmla="*/ 305371 h 1204626"/>
                <a:gd name="connsiteX11" fmla="*/ 831056 w 1195101"/>
                <a:gd name="connsiteY11" fmla="*/ 55816 h 1204626"/>
                <a:gd name="connsiteX12" fmla="*/ 544639 w 1195101"/>
                <a:gd name="connsiteY12" fmla="*/ 190 h 1204626"/>
                <a:gd name="connsiteX13" fmla="*/ 317468 w 1195101"/>
                <a:gd name="connsiteY13" fmla="*/ 4191 h 1204626"/>
                <a:gd name="connsiteX14" fmla="*/ 191 w 1195101"/>
                <a:gd name="connsiteY14" fmla="*/ 0 h 1204626"/>
                <a:gd name="connsiteX15" fmla="*/ 191 w 1195101"/>
                <a:gd name="connsiteY15" fmla="*/ 74866 h 1204626"/>
                <a:gd name="connsiteX16" fmla="*/ 15050 w 1195101"/>
                <a:gd name="connsiteY16" fmla="*/ 74866 h 1204626"/>
                <a:gd name="connsiteX17" fmla="*/ 152781 w 1195101"/>
                <a:gd name="connsiteY17" fmla="*/ 128683 h 1204626"/>
                <a:gd name="connsiteX18" fmla="*/ 168307 w 1195101"/>
                <a:gd name="connsiteY18" fmla="*/ 350139 h 1204626"/>
                <a:gd name="connsiteX19" fmla="*/ 168307 w 1195101"/>
                <a:gd name="connsiteY19" fmla="*/ 841248 h 1204626"/>
                <a:gd name="connsiteX20" fmla="*/ 161068 w 1195101"/>
                <a:gd name="connsiteY20" fmla="*/ 1034129 h 1204626"/>
                <a:gd name="connsiteX21" fmla="*/ 152686 w 1195101"/>
                <a:gd name="connsiteY21" fmla="*/ 1075944 h 1204626"/>
                <a:gd name="connsiteX22" fmla="*/ 10382 w 1195101"/>
                <a:gd name="connsiteY22" fmla="*/ 1129665 h 1204626"/>
                <a:gd name="connsiteX23" fmla="*/ 0 w 1195101"/>
                <a:gd name="connsiteY23" fmla="*/ 1129665 h 1204626"/>
                <a:gd name="connsiteX24" fmla="*/ 0 w 1195101"/>
                <a:gd name="connsiteY24" fmla="*/ 1204532 h 1204626"/>
                <a:gd name="connsiteX25" fmla="*/ 278225 w 1195101"/>
                <a:gd name="connsiteY25" fmla="*/ 1197102 h 1204626"/>
                <a:gd name="connsiteX26" fmla="*/ 540734 w 1195101"/>
                <a:gd name="connsiteY26" fmla="*/ 1204532 h 1204626"/>
                <a:gd name="connsiteX27" fmla="*/ 540734 w 1195101"/>
                <a:gd name="connsiteY27" fmla="*/ 1129665 h 1204626"/>
                <a:gd name="connsiteX28" fmla="*/ 525971 w 1195101"/>
                <a:gd name="connsiteY28" fmla="*/ 1129665 h 1204626"/>
                <a:gd name="connsiteX29" fmla="*/ 388239 w 1195101"/>
                <a:gd name="connsiteY29" fmla="*/ 1075754 h 1204626"/>
                <a:gd name="connsiteX30" fmla="*/ 379857 w 1195101"/>
                <a:gd name="connsiteY30" fmla="*/ 1034034 h 1204626"/>
                <a:gd name="connsiteX31" fmla="*/ 372618 w 1195101"/>
                <a:gd name="connsiteY31" fmla="*/ 854297 h 1204626"/>
                <a:gd name="connsiteX32" fmla="*/ 372618 w 1195101"/>
                <a:gd name="connsiteY32" fmla="*/ 653510 h 1204626"/>
                <a:gd name="connsiteX33" fmla="*/ 479107 w 1195101"/>
                <a:gd name="connsiteY33" fmla="*/ 702469 h 1204626"/>
                <a:gd name="connsiteX34" fmla="*/ 501110 w 1195101"/>
                <a:gd name="connsiteY34" fmla="*/ 728472 h 1204626"/>
                <a:gd name="connsiteX35" fmla="*/ 797909 w 1195101"/>
                <a:gd name="connsiteY35" fmla="*/ 1096804 h 1204626"/>
                <a:gd name="connsiteX36" fmla="*/ 885158 w 1195101"/>
                <a:gd name="connsiteY36" fmla="*/ 1204532 h 1204626"/>
                <a:gd name="connsiteX37" fmla="*/ 1027366 w 1195101"/>
                <a:gd name="connsiteY37" fmla="*/ 1200436 h 1204626"/>
                <a:gd name="connsiteX38" fmla="*/ 1195102 w 1195101"/>
                <a:gd name="connsiteY38" fmla="*/ 1204627 h 1204626"/>
                <a:gd name="connsiteX39" fmla="*/ 1195102 w 1195101"/>
                <a:gd name="connsiteY39" fmla="*/ 1131094 h 1204626"/>
                <a:gd name="connsiteX40" fmla="*/ 1186529 w 1195101"/>
                <a:gd name="connsiteY40" fmla="*/ 1129760 h 1204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195101" h="1204626">
                  <a:moveTo>
                    <a:pt x="372618" y="571786"/>
                  </a:moveTo>
                  <a:cubicBezTo>
                    <a:pt x="372618" y="571786"/>
                    <a:pt x="372618" y="136874"/>
                    <a:pt x="372523" y="134303"/>
                  </a:cubicBezTo>
                  <a:cubicBezTo>
                    <a:pt x="372237" y="116967"/>
                    <a:pt x="371761" y="93250"/>
                    <a:pt x="386239" y="86487"/>
                  </a:cubicBezTo>
                  <a:cubicBezTo>
                    <a:pt x="396240" y="82105"/>
                    <a:pt x="493014" y="85630"/>
                    <a:pt x="498348" y="85630"/>
                  </a:cubicBezTo>
                  <a:cubicBezTo>
                    <a:pt x="650938" y="85630"/>
                    <a:pt x="738473" y="174974"/>
                    <a:pt x="738473" y="330518"/>
                  </a:cubicBezTo>
                  <a:cubicBezTo>
                    <a:pt x="738473" y="443960"/>
                    <a:pt x="708374" y="509016"/>
                    <a:pt x="640747" y="541687"/>
                  </a:cubicBezTo>
                  <a:cubicBezTo>
                    <a:pt x="577691" y="571976"/>
                    <a:pt x="372618" y="571786"/>
                    <a:pt x="372618" y="571786"/>
                  </a:cubicBezTo>
                  <a:moveTo>
                    <a:pt x="1186529" y="1129760"/>
                  </a:moveTo>
                  <a:cubicBezTo>
                    <a:pt x="1100138" y="1116235"/>
                    <a:pt x="1074134" y="1106424"/>
                    <a:pt x="1017461" y="1040702"/>
                  </a:cubicBezTo>
                  <a:lnTo>
                    <a:pt x="661797" y="632460"/>
                  </a:lnTo>
                  <a:cubicBezTo>
                    <a:pt x="849059" y="608076"/>
                    <a:pt x="964597" y="484251"/>
                    <a:pt x="964597" y="305371"/>
                  </a:cubicBezTo>
                  <a:cubicBezTo>
                    <a:pt x="964597" y="188976"/>
                    <a:pt x="919544" y="105061"/>
                    <a:pt x="831056" y="55816"/>
                  </a:cubicBezTo>
                  <a:cubicBezTo>
                    <a:pt x="763619" y="18383"/>
                    <a:pt x="670084" y="190"/>
                    <a:pt x="544639" y="190"/>
                  </a:cubicBezTo>
                  <a:cubicBezTo>
                    <a:pt x="507206" y="1143"/>
                    <a:pt x="416909" y="4191"/>
                    <a:pt x="317468" y="4191"/>
                  </a:cubicBezTo>
                  <a:cubicBezTo>
                    <a:pt x="214313" y="4191"/>
                    <a:pt x="191" y="0"/>
                    <a:pt x="191" y="0"/>
                  </a:cubicBezTo>
                  <a:lnTo>
                    <a:pt x="191" y="74866"/>
                  </a:lnTo>
                  <a:lnTo>
                    <a:pt x="15050" y="74866"/>
                  </a:lnTo>
                  <a:cubicBezTo>
                    <a:pt x="71818" y="74486"/>
                    <a:pt x="135731" y="74771"/>
                    <a:pt x="152781" y="128683"/>
                  </a:cubicBezTo>
                  <a:cubicBezTo>
                    <a:pt x="168307" y="175355"/>
                    <a:pt x="168307" y="306896"/>
                    <a:pt x="168307" y="350139"/>
                  </a:cubicBezTo>
                  <a:lnTo>
                    <a:pt x="168307" y="841248"/>
                  </a:lnTo>
                  <a:cubicBezTo>
                    <a:pt x="168307" y="895445"/>
                    <a:pt x="168307" y="977837"/>
                    <a:pt x="161068" y="1034129"/>
                  </a:cubicBezTo>
                  <a:cubicBezTo>
                    <a:pt x="158972" y="1050798"/>
                    <a:pt x="156210" y="1065276"/>
                    <a:pt x="152686" y="1075944"/>
                  </a:cubicBezTo>
                  <a:cubicBezTo>
                    <a:pt x="135350" y="1129665"/>
                    <a:pt x="66104" y="1129665"/>
                    <a:pt x="10382" y="1129665"/>
                  </a:cubicBezTo>
                  <a:lnTo>
                    <a:pt x="0" y="1129665"/>
                  </a:lnTo>
                  <a:lnTo>
                    <a:pt x="0" y="1204532"/>
                  </a:lnTo>
                  <a:cubicBezTo>
                    <a:pt x="0" y="1204532"/>
                    <a:pt x="166783" y="1197102"/>
                    <a:pt x="278225" y="1197102"/>
                  </a:cubicBezTo>
                  <a:cubicBezTo>
                    <a:pt x="374047" y="1197102"/>
                    <a:pt x="540734" y="1204246"/>
                    <a:pt x="540734" y="1204532"/>
                  </a:cubicBezTo>
                  <a:lnTo>
                    <a:pt x="540734" y="1129665"/>
                  </a:lnTo>
                  <a:lnTo>
                    <a:pt x="525971" y="1129665"/>
                  </a:lnTo>
                  <a:cubicBezTo>
                    <a:pt x="470059" y="1129951"/>
                    <a:pt x="406813" y="1129760"/>
                    <a:pt x="388239" y="1075754"/>
                  </a:cubicBezTo>
                  <a:cubicBezTo>
                    <a:pt x="384620" y="1065086"/>
                    <a:pt x="381953" y="1050607"/>
                    <a:pt x="379857" y="1034034"/>
                  </a:cubicBezTo>
                  <a:cubicBezTo>
                    <a:pt x="372618" y="978122"/>
                    <a:pt x="372618" y="898017"/>
                    <a:pt x="372618" y="854297"/>
                  </a:cubicBezTo>
                  <a:lnTo>
                    <a:pt x="372618" y="653510"/>
                  </a:lnTo>
                  <a:cubicBezTo>
                    <a:pt x="439198" y="654082"/>
                    <a:pt x="444913" y="661035"/>
                    <a:pt x="479107" y="702469"/>
                  </a:cubicBezTo>
                  <a:cubicBezTo>
                    <a:pt x="485489" y="710089"/>
                    <a:pt x="492728" y="718756"/>
                    <a:pt x="501110" y="728472"/>
                  </a:cubicBezTo>
                  <a:lnTo>
                    <a:pt x="797909" y="1096804"/>
                  </a:lnTo>
                  <a:lnTo>
                    <a:pt x="885158" y="1204532"/>
                  </a:lnTo>
                  <a:cubicBezTo>
                    <a:pt x="885158" y="1204532"/>
                    <a:pt x="980885" y="1200436"/>
                    <a:pt x="1027366" y="1200436"/>
                  </a:cubicBezTo>
                  <a:cubicBezTo>
                    <a:pt x="1094994" y="1200436"/>
                    <a:pt x="1195102" y="1204627"/>
                    <a:pt x="1195102" y="1204627"/>
                  </a:cubicBezTo>
                  <a:lnTo>
                    <a:pt x="1195102" y="1131094"/>
                  </a:lnTo>
                  <a:lnTo>
                    <a:pt x="1186529" y="11297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B2FA6A51-A5BE-ED85-970D-14A0D99441CA}"/>
              </a:ext>
            </a:extLst>
          </p:cNvPr>
          <p:cNvSpPr txBox="1">
            <a:spLocks/>
          </p:cNvSpPr>
          <p:nvPr/>
        </p:nvSpPr>
        <p:spPr>
          <a:xfrm>
            <a:off x="386787" y="3433939"/>
            <a:ext cx="2466141" cy="9548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E56B2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83C0BAC8-4033-80C5-D54D-8EFC4B57EFD0}"/>
              </a:ext>
            </a:extLst>
          </p:cNvPr>
          <p:cNvSpPr txBox="1">
            <a:spLocks/>
          </p:cNvSpPr>
          <p:nvPr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C945CF-6FFC-FEF2-9F3F-F0931BF1E00A}"/>
              </a:ext>
            </a:extLst>
          </p:cNvPr>
          <p:cNvSpPr/>
          <p:nvPr userDrawn="1"/>
        </p:nvSpPr>
        <p:spPr>
          <a:xfrm>
            <a:off x="0" y="0"/>
            <a:ext cx="12192000" cy="667265"/>
          </a:xfrm>
          <a:prstGeom prst="rect">
            <a:avLst/>
          </a:prstGeom>
          <a:solidFill>
            <a:srgbClr val="F869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7B71D3-BE85-094F-CFF5-6A4CBC47742D}"/>
              </a:ext>
            </a:extLst>
          </p:cNvPr>
          <p:cNvSpPr txBox="1"/>
          <p:nvPr userDrawn="1"/>
        </p:nvSpPr>
        <p:spPr>
          <a:xfrm>
            <a:off x="11689126" y="269573"/>
            <a:ext cx="477814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 dirty="0">
                <a:solidFill>
                  <a:srgbClr val="E56B2A"/>
                </a:solidFill>
                <a:latin typeface="Georgia"/>
                <a:cs typeface="Georgia"/>
              </a:rPr>
              <a:t> </a:t>
            </a:r>
            <a:fld id="{606D2650-017B-BC48-A893-0334FE68CCF7}" type="slidenum">
              <a:rPr lang="en-US" sz="1133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CA6AA18-B093-17A8-F2AB-3E7FE0A122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069726" y="240997"/>
            <a:ext cx="2700733" cy="240066"/>
          </a:xfrm>
          <a:prstGeom prst="rect">
            <a:avLst/>
          </a:prstGeom>
        </p:spPr>
      </p:pic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9C97D1B3-0F00-DEDC-9AAB-808838DE1995}"/>
              </a:ext>
            </a:extLst>
          </p:cNvPr>
          <p:cNvSpPr txBox="1">
            <a:spLocks/>
          </p:cNvSpPr>
          <p:nvPr userDrawn="1"/>
        </p:nvSpPr>
        <p:spPr>
          <a:xfrm>
            <a:off x="386787" y="3433939"/>
            <a:ext cx="2466141" cy="9548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E56B2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64AD1610-EF60-948F-1601-5BB60C3FE592}"/>
              </a:ext>
            </a:extLst>
          </p:cNvPr>
          <p:cNvSpPr txBox="1">
            <a:spLocks/>
          </p:cNvSpPr>
          <p:nvPr userDrawn="1"/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1" kern="120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do not put content in this space.   </a:t>
            </a:r>
          </a:p>
          <a:p>
            <a:r>
              <a:rPr lang="en-US" dirty="0"/>
              <a:t>It is reserved for live captioning.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A8ADC5A-56D4-2689-E372-DCE53A778A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55511" y="132286"/>
            <a:ext cx="2888936" cy="42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  <p:sldLayoutId id="2147483770" r:id="rId22"/>
    <p:sldLayoutId id="2147483771" r:id="rId23"/>
    <p:sldLayoutId id="2147483772" r:id="rId24"/>
    <p:sldLayoutId id="2147483773" r:id="rId25"/>
    <p:sldLayoutId id="2147483774" r:id="rId26"/>
    <p:sldLayoutId id="2147483775" r:id="rId27"/>
    <p:sldLayoutId id="2147483776" r:id="rId28"/>
    <p:sldLayoutId id="2147483777" r:id="rId29"/>
    <p:sldLayoutId id="2147483778" r:id="rId30"/>
    <p:sldLayoutId id="2147483779" r:id="rId31"/>
    <p:sldLayoutId id="2147483799" r:id="rId32"/>
    <p:sldLayoutId id="2147483649" r:id="rId33"/>
    <p:sldLayoutId id="2147483693" r:id="rId34"/>
    <p:sldLayoutId id="2147483694" r:id="rId35"/>
    <p:sldLayoutId id="2147483731" r:id="rId36"/>
    <p:sldLayoutId id="2147483732" r:id="rId37"/>
    <p:sldLayoutId id="2147483744" r:id="rId38"/>
    <p:sldLayoutId id="2147483697" r:id="rId39"/>
    <p:sldLayoutId id="2147483745" r:id="rId40"/>
    <p:sldLayoutId id="2147483715" r:id="rId41"/>
    <p:sldLayoutId id="2147483804" r:id="rId42"/>
    <p:sldLayoutId id="2147483805" r:id="rId4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22" grpId="0"/>
      <p:bldP spid="22" grpId="1"/>
    </p:bldLst>
  </p:timing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D32889-4FEB-E737-AC29-14835C05F6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90494" y="5036948"/>
            <a:ext cx="5421167" cy="307777"/>
          </a:xfrm>
        </p:spPr>
        <p:txBody>
          <a:bodyPr/>
          <a:lstStyle/>
          <a:p>
            <a:r>
              <a:rPr lang="en-US" sz="2400" dirty="0"/>
              <a:t>By, Vetrivel Maheswaran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F7-30E5-0809-2DFD-C76191CCBE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sz="32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D1412-7F3F-38AB-3E7E-2D1AFBE4FF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90494" y="3561710"/>
            <a:ext cx="3382306" cy="332399"/>
          </a:xfrm>
        </p:spPr>
        <p:txBody>
          <a:bodyPr/>
          <a:lstStyle/>
          <a:p>
            <a:r>
              <a:rPr lang="en-US" sz="2400" b="1"/>
              <a:t>ISTE 793 </a:t>
            </a:r>
            <a:r>
              <a:rPr lang="en-US" sz="2400" b="1" dirty="0"/>
              <a:t>– Spring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BA9D3-AADA-BBD0-029B-331E1FC1C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6849" y="1149857"/>
            <a:ext cx="5421168" cy="2279143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Reducing 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Hallucination</a:t>
            </a:r>
            <a:r>
              <a:rPr lang="en-US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RAG Using Hybrid </a:t>
            </a: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Vector–Graph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Retrieval</a:t>
            </a: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Evidence Grounding</a:t>
            </a:r>
            <a:endParaRPr lang="en-US" sz="36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6C769ED-8AA2-4B2C-A6AB-E9A4BA4D27DD}"/>
              </a:ext>
            </a:extLst>
          </p:cNvPr>
          <p:cNvSpPr/>
          <p:nvPr/>
        </p:nvSpPr>
        <p:spPr>
          <a:xfrm flipH="1" flipV="1">
            <a:off x="6852196" y="3388127"/>
            <a:ext cx="4590474" cy="12905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993CABA-79FD-41C3-B8BA-AC87EB678864}"/>
              </a:ext>
            </a:extLst>
          </p:cNvPr>
          <p:cNvSpPr/>
          <p:nvPr/>
        </p:nvSpPr>
        <p:spPr>
          <a:xfrm flipH="1" flipV="1">
            <a:off x="7004596" y="3436307"/>
            <a:ext cx="4260034" cy="7839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9353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5 Ways the U.S. Can Drive the World's AI Agenda — American Leadership  Initiative">
            <a:extLst>
              <a:ext uri="{FF2B5EF4-FFF2-40B4-BE49-F238E27FC236}">
                <a16:creationId xmlns:a16="http://schemas.microsoft.com/office/drawing/2014/main" id="{B05E4BC8-FD56-46F5-B0A3-16D434A838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1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4000"/>
                    </a14:imgEffect>
                    <a14:imgEffect>
                      <a14:brightnessContrast bright="12000"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297" r="166" b="3552"/>
          <a:stretch/>
        </p:blipFill>
        <p:spPr bwMode="auto">
          <a:xfrm>
            <a:off x="0" y="667344"/>
            <a:ext cx="12192000" cy="6190655"/>
          </a:xfrm>
          <a:prstGeom prst="rect">
            <a:avLst/>
          </a:prstGeom>
          <a:noFill/>
          <a:effectLst>
            <a:glow>
              <a:schemeClr val="accent1"/>
            </a:glow>
            <a:outerShdw blurRad="50800" dist="50800" dir="5400000" algn="ctr" rotWithShape="0">
              <a:srgbClr val="000000"/>
            </a:outerShdw>
            <a:reflection endPos="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3"/>
          <p:cNvSpPr/>
          <p:nvPr/>
        </p:nvSpPr>
        <p:spPr>
          <a:xfrm>
            <a:off x="631227" y="787805"/>
            <a:ext cx="3088639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32688" y="5706547"/>
            <a:ext cx="0" cy="768096"/>
          </a:xfrm>
          <a:prstGeom prst="line">
            <a:avLst/>
          </a:prstGeom>
          <a:noFill/>
          <a:ln w="1524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D92395-281A-47C3-8185-D98F43D81E3D}"/>
              </a:ext>
            </a:extLst>
          </p:cNvPr>
          <p:cNvGrpSpPr/>
          <p:nvPr/>
        </p:nvGrpSpPr>
        <p:grpSpPr>
          <a:xfrm>
            <a:off x="2450653" y="1637105"/>
            <a:ext cx="6690364" cy="3939177"/>
            <a:chOff x="2233370" y="1811603"/>
            <a:chExt cx="6690364" cy="3939177"/>
          </a:xfrm>
        </p:grpSpPr>
        <p:sp>
          <p:nvSpPr>
            <p:cNvPr id="20" name="Text 18"/>
            <p:cNvSpPr/>
            <p:nvPr/>
          </p:nvSpPr>
          <p:spPr>
            <a:xfrm>
              <a:off x="2588038" y="2906736"/>
              <a:ext cx="4813346" cy="2102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chemeClr val="tx2"/>
                  </a:solidFill>
                </a:rPr>
                <a:t>Prior Work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90D2A2C6-2BE7-6915-E787-20184A6F5761}"/>
                </a:ext>
              </a:extLst>
            </p:cNvPr>
            <p:cNvGrpSpPr/>
            <p:nvPr/>
          </p:nvGrpSpPr>
          <p:grpSpPr>
            <a:xfrm>
              <a:off x="2233370" y="1864772"/>
              <a:ext cx="361470" cy="3749615"/>
              <a:chOff x="1408430" y="1191171"/>
              <a:chExt cx="391414" cy="4239577"/>
            </a:xfrm>
          </p:grpSpPr>
          <p:sp>
            <p:nvSpPr>
              <p:cNvPr id="62" name="Shape 5">
                <a:extLst>
                  <a:ext uri="{FF2B5EF4-FFF2-40B4-BE49-F238E27FC236}">
                    <a16:creationId xmlns:a16="http://schemas.microsoft.com/office/drawing/2014/main" id="{04B24975-525B-3D98-5364-0C9D61BB4473}"/>
                  </a:ext>
                </a:extLst>
              </p:cNvPr>
              <p:cNvSpPr/>
              <p:nvPr/>
            </p:nvSpPr>
            <p:spPr>
              <a:xfrm>
                <a:off x="1607312" y="1392682"/>
                <a:ext cx="13258" cy="4038066"/>
              </a:xfrm>
              <a:prstGeom prst="line">
                <a:avLst/>
              </a:prstGeom>
              <a:noFill/>
              <a:ln w="19050">
                <a:solidFill>
                  <a:srgbClr val="B5C7DF"/>
                </a:solidFill>
                <a:prstDash val="solid"/>
              </a:ln>
            </p:spPr>
            <p:txBody>
              <a:bodyPr/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CBE9E2B-954B-6810-7BD6-1E5F55F4A603}"/>
                  </a:ext>
                </a:extLst>
              </p:cNvPr>
              <p:cNvGrpSpPr/>
              <p:nvPr/>
            </p:nvGrpSpPr>
            <p:grpSpPr>
              <a:xfrm>
                <a:off x="1411902" y="1191171"/>
                <a:ext cx="384048" cy="256032"/>
                <a:chOff x="612648" y="1325880"/>
                <a:chExt cx="384048" cy="256032"/>
              </a:xfrm>
            </p:grpSpPr>
            <p:sp>
              <p:nvSpPr>
                <p:cNvPr id="8" name="Shape 6"/>
                <p:cNvSpPr/>
                <p:nvPr/>
              </p:nvSpPr>
              <p:spPr>
                <a:xfrm>
                  <a:off x="676656" y="1325880"/>
                  <a:ext cx="256032" cy="256032"/>
                </a:xfrm>
                <a:prstGeom prst="ellipse">
                  <a:avLst/>
                </a:prstGeom>
                <a:solidFill>
                  <a:srgbClr val="DDEAFE"/>
                </a:solidFill>
                <a:ln w="12700">
                  <a:solidFill>
                    <a:srgbClr val="A5C3FF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9" name="Text 7"/>
                <p:cNvSpPr/>
                <p:nvPr/>
              </p:nvSpPr>
              <p:spPr>
                <a:xfrm>
                  <a:off x="612648" y="1368044"/>
                  <a:ext cx="384048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chemeClr val="accent1"/>
                      </a:solidFill>
                    </a:rPr>
                    <a:t>1</a:t>
                  </a:r>
                  <a:endParaRPr lang="en-US" sz="1300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AC471E35-3882-6021-A337-14C695121FE5}"/>
                  </a:ext>
                </a:extLst>
              </p:cNvPr>
              <p:cNvGrpSpPr/>
              <p:nvPr/>
            </p:nvGrpSpPr>
            <p:grpSpPr>
              <a:xfrm>
                <a:off x="1413002" y="2329008"/>
                <a:ext cx="384048" cy="256032"/>
                <a:chOff x="612648" y="1325880"/>
                <a:chExt cx="384048" cy="256032"/>
              </a:xfrm>
            </p:grpSpPr>
            <p:sp>
              <p:nvSpPr>
                <p:cNvPr id="39" name="Shape 6">
                  <a:extLst>
                    <a:ext uri="{FF2B5EF4-FFF2-40B4-BE49-F238E27FC236}">
                      <a16:creationId xmlns:a16="http://schemas.microsoft.com/office/drawing/2014/main" id="{D6DB0568-9472-B9D7-43DE-0F45CB3FE9B9}"/>
                    </a:ext>
                  </a:extLst>
                </p:cNvPr>
                <p:cNvSpPr/>
                <p:nvPr/>
              </p:nvSpPr>
              <p:spPr>
                <a:xfrm>
                  <a:off x="676656" y="1325880"/>
                  <a:ext cx="256032" cy="256032"/>
                </a:xfrm>
                <a:prstGeom prst="ellipse">
                  <a:avLst/>
                </a:prstGeom>
                <a:solidFill>
                  <a:srgbClr val="DDEAFE"/>
                </a:solidFill>
                <a:ln w="12700">
                  <a:solidFill>
                    <a:srgbClr val="A5C3FF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0" name="Text 7">
                  <a:extLst>
                    <a:ext uri="{FF2B5EF4-FFF2-40B4-BE49-F238E27FC236}">
                      <a16:creationId xmlns:a16="http://schemas.microsoft.com/office/drawing/2014/main" id="{F46B498F-4F88-9847-CB00-178BF0AC8E9D}"/>
                    </a:ext>
                  </a:extLst>
                </p:cNvPr>
                <p:cNvSpPr/>
                <p:nvPr/>
              </p:nvSpPr>
              <p:spPr>
                <a:xfrm>
                  <a:off x="612648" y="1368044"/>
                  <a:ext cx="384048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chemeClr val="accent1"/>
                      </a:solidFill>
                    </a:rPr>
                    <a:t>3</a:t>
                  </a:r>
                  <a:endParaRPr lang="en-US" sz="1300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FB22923-CD3E-5BC2-5932-B1FF9C4F2F63}"/>
                  </a:ext>
                </a:extLst>
              </p:cNvPr>
              <p:cNvGrpSpPr/>
              <p:nvPr/>
            </p:nvGrpSpPr>
            <p:grpSpPr>
              <a:xfrm>
                <a:off x="1413002" y="2884426"/>
                <a:ext cx="384048" cy="256032"/>
                <a:chOff x="612648" y="1325880"/>
                <a:chExt cx="384048" cy="256032"/>
              </a:xfrm>
            </p:grpSpPr>
            <p:sp>
              <p:nvSpPr>
                <p:cNvPr id="42" name="Shape 6">
                  <a:extLst>
                    <a:ext uri="{FF2B5EF4-FFF2-40B4-BE49-F238E27FC236}">
                      <a16:creationId xmlns:a16="http://schemas.microsoft.com/office/drawing/2014/main" id="{0A195144-F531-32F9-7E19-4FF95CBCE47C}"/>
                    </a:ext>
                  </a:extLst>
                </p:cNvPr>
                <p:cNvSpPr/>
                <p:nvPr/>
              </p:nvSpPr>
              <p:spPr>
                <a:xfrm>
                  <a:off x="676656" y="1325880"/>
                  <a:ext cx="256032" cy="256032"/>
                </a:xfrm>
                <a:prstGeom prst="ellipse">
                  <a:avLst/>
                </a:prstGeom>
                <a:solidFill>
                  <a:srgbClr val="DDEAFE"/>
                </a:solidFill>
                <a:ln w="12700">
                  <a:solidFill>
                    <a:srgbClr val="A5C3FF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3" name="Text 7">
                  <a:extLst>
                    <a:ext uri="{FF2B5EF4-FFF2-40B4-BE49-F238E27FC236}">
                      <a16:creationId xmlns:a16="http://schemas.microsoft.com/office/drawing/2014/main" id="{93A329B7-D609-2EE5-609B-1E9519DF18FE}"/>
                    </a:ext>
                  </a:extLst>
                </p:cNvPr>
                <p:cNvSpPr/>
                <p:nvPr/>
              </p:nvSpPr>
              <p:spPr>
                <a:xfrm>
                  <a:off x="612648" y="1368044"/>
                  <a:ext cx="384048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chemeClr val="accent1"/>
                      </a:solidFill>
                    </a:rPr>
                    <a:t>4</a:t>
                  </a:r>
                  <a:endParaRPr lang="en-US" sz="1300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70009DBE-0E43-8D1C-4C31-FD49B7A2F1F7}"/>
                  </a:ext>
                </a:extLst>
              </p:cNvPr>
              <p:cNvGrpSpPr/>
              <p:nvPr/>
            </p:nvGrpSpPr>
            <p:grpSpPr>
              <a:xfrm>
                <a:off x="1413002" y="3467271"/>
                <a:ext cx="384048" cy="256032"/>
                <a:chOff x="612648" y="1325880"/>
                <a:chExt cx="384048" cy="256032"/>
              </a:xfrm>
            </p:grpSpPr>
            <p:sp>
              <p:nvSpPr>
                <p:cNvPr id="45" name="Shape 6">
                  <a:extLst>
                    <a:ext uri="{FF2B5EF4-FFF2-40B4-BE49-F238E27FC236}">
                      <a16:creationId xmlns:a16="http://schemas.microsoft.com/office/drawing/2014/main" id="{C505C62F-CF58-E94C-0787-89089B0C35B1}"/>
                    </a:ext>
                  </a:extLst>
                </p:cNvPr>
                <p:cNvSpPr/>
                <p:nvPr/>
              </p:nvSpPr>
              <p:spPr>
                <a:xfrm>
                  <a:off x="676656" y="1325880"/>
                  <a:ext cx="256032" cy="256032"/>
                </a:xfrm>
                <a:prstGeom prst="ellipse">
                  <a:avLst/>
                </a:prstGeom>
                <a:solidFill>
                  <a:srgbClr val="DDEAFE"/>
                </a:solidFill>
                <a:ln w="12700">
                  <a:solidFill>
                    <a:srgbClr val="A5C3FF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6" name="Text 7">
                  <a:extLst>
                    <a:ext uri="{FF2B5EF4-FFF2-40B4-BE49-F238E27FC236}">
                      <a16:creationId xmlns:a16="http://schemas.microsoft.com/office/drawing/2014/main" id="{B3DE7A51-182D-9B6E-4F53-2BEB9D958A5F}"/>
                    </a:ext>
                  </a:extLst>
                </p:cNvPr>
                <p:cNvSpPr/>
                <p:nvPr/>
              </p:nvSpPr>
              <p:spPr>
                <a:xfrm>
                  <a:off x="612648" y="1368044"/>
                  <a:ext cx="384048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chemeClr val="accent1"/>
                      </a:solidFill>
                    </a:rPr>
                    <a:t>5</a:t>
                  </a:r>
                  <a:endParaRPr lang="en-US" sz="1300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9A9CFFE0-FE7C-95BA-210B-E1D182F982D9}"/>
                  </a:ext>
                </a:extLst>
              </p:cNvPr>
              <p:cNvGrpSpPr/>
              <p:nvPr/>
            </p:nvGrpSpPr>
            <p:grpSpPr>
              <a:xfrm>
                <a:off x="1415796" y="4041229"/>
                <a:ext cx="384048" cy="256032"/>
                <a:chOff x="612648" y="1325880"/>
                <a:chExt cx="384048" cy="256032"/>
              </a:xfrm>
            </p:grpSpPr>
            <p:sp>
              <p:nvSpPr>
                <p:cNvPr id="48" name="Shape 6">
                  <a:extLst>
                    <a:ext uri="{FF2B5EF4-FFF2-40B4-BE49-F238E27FC236}">
                      <a16:creationId xmlns:a16="http://schemas.microsoft.com/office/drawing/2014/main" id="{C9C26F35-C8D5-0B47-DAFA-AC0D262A6E76}"/>
                    </a:ext>
                  </a:extLst>
                </p:cNvPr>
                <p:cNvSpPr/>
                <p:nvPr/>
              </p:nvSpPr>
              <p:spPr>
                <a:xfrm>
                  <a:off x="676656" y="1325880"/>
                  <a:ext cx="256032" cy="256032"/>
                </a:xfrm>
                <a:prstGeom prst="ellipse">
                  <a:avLst/>
                </a:prstGeom>
                <a:solidFill>
                  <a:srgbClr val="DDEAFE"/>
                </a:solidFill>
                <a:ln w="12700">
                  <a:solidFill>
                    <a:srgbClr val="A5C3FF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9" name="Text 7">
                  <a:extLst>
                    <a:ext uri="{FF2B5EF4-FFF2-40B4-BE49-F238E27FC236}">
                      <a16:creationId xmlns:a16="http://schemas.microsoft.com/office/drawing/2014/main" id="{00DE933F-151C-8C15-4ABF-CC690F44CCB8}"/>
                    </a:ext>
                  </a:extLst>
                </p:cNvPr>
                <p:cNvSpPr/>
                <p:nvPr/>
              </p:nvSpPr>
              <p:spPr>
                <a:xfrm>
                  <a:off x="612648" y="1368044"/>
                  <a:ext cx="384048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chemeClr val="accent1"/>
                      </a:solidFill>
                    </a:rPr>
                    <a:t>6</a:t>
                  </a:r>
                  <a:endParaRPr lang="en-US" sz="1300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5B56D0E5-54B2-3FD9-BC2C-69EEC954EB68}"/>
                  </a:ext>
                </a:extLst>
              </p:cNvPr>
              <p:cNvGrpSpPr/>
              <p:nvPr/>
            </p:nvGrpSpPr>
            <p:grpSpPr>
              <a:xfrm>
                <a:off x="1408430" y="4618909"/>
                <a:ext cx="384048" cy="256032"/>
                <a:chOff x="612648" y="1325880"/>
                <a:chExt cx="384048" cy="256032"/>
              </a:xfrm>
            </p:grpSpPr>
            <p:sp>
              <p:nvSpPr>
                <p:cNvPr id="51" name="Shape 6">
                  <a:extLst>
                    <a:ext uri="{FF2B5EF4-FFF2-40B4-BE49-F238E27FC236}">
                      <a16:creationId xmlns:a16="http://schemas.microsoft.com/office/drawing/2014/main" id="{64FC2EE1-1A7E-92B0-F6C9-DAFB0AA9D70C}"/>
                    </a:ext>
                  </a:extLst>
                </p:cNvPr>
                <p:cNvSpPr/>
                <p:nvPr/>
              </p:nvSpPr>
              <p:spPr>
                <a:xfrm>
                  <a:off x="676656" y="1325880"/>
                  <a:ext cx="256032" cy="256032"/>
                </a:xfrm>
                <a:prstGeom prst="ellipse">
                  <a:avLst/>
                </a:prstGeom>
                <a:solidFill>
                  <a:srgbClr val="DDEAFE"/>
                </a:solidFill>
                <a:ln w="12700">
                  <a:solidFill>
                    <a:srgbClr val="A5C3FF"/>
                  </a:solidFill>
                  <a:prstDash val="solid"/>
                </a:ln>
              </p:spPr>
              <p:txBody>
                <a:bodyPr/>
                <a:lstStyle/>
                <a:p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52" name="Text 7">
                  <a:extLst>
                    <a:ext uri="{FF2B5EF4-FFF2-40B4-BE49-F238E27FC236}">
                      <a16:creationId xmlns:a16="http://schemas.microsoft.com/office/drawing/2014/main" id="{3A126AE4-1463-AB0A-CAC9-B7D466ABDC0F}"/>
                    </a:ext>
                  </a:extLst>
                </p:cNvPr>
                <p:cNvSpPr/>
                <p:nvPr/>
              </p:nvSpPr>
              <p:spPr>
                <a:xfrm>
                  <a:off x="612648" y="1368044"/>
                  <a:ext cx="384048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chemeClr val="accent1"/>
                      </a:solidFill>
                    </a:rPr>
                    <a:t>7</a:t>
                  </a:r>
                  <a:endParaRPr lang="en-US" sz="1300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39518926-D2E9-1FF2-7B1E-D43B2F506C1D}"/>
                  </a:ext>
                </a:extLst>
              </p:cNvPr>
              <p:cNvGrpSpPr/>
              <p:nvPr/>
            </p:nvGrpSpPr>
            <p:grpSpPr>
              <a:xfrm>
                <a:off x="1412240" y="1773342"/>
                <a:ext cx="384048" cy="256032"/>
                <a:chOff x="612648" y="1325880"/>
                <a:chExt cx="384048" cy="256032"/>
              </a:xfrm>
            </p:grpSpPr>
            <p:sp>
              <p:nvSpPr>
                <p:cNvPr id="54" name="Shape 6">
                  <a:extLst>
                    <a:ext uri="{FF2B5EF4-FFF2-40B4-BE49-F238E27FC236}">
                      <a16:creationId xmlns:a16="http://schemas.microsoft.com/office/drawing/2014/main" id="{0FC67ABF-2CFF-5F31-9A40-F51FA9E08BCB}"/>
                    </a:ext>
                  </a:extLst>
                </p:cNvPr>
                <p:cNvSpPr/>
                <p:nvPr/>
              </p:nvSpPr>
              <p:spPr>
                <a:xfrm>
                  <a:off x="676656" y="1325880"/>
                  <a:ext cx="256032" cy="256032"/>
                </a:xfrm>
                <a:prstGeom prst="ellipse">
                  <a:avLst/>
                </a:prstGeom>
                <a:solidFill>
                  <a:srgbClr val="DDEAFE"/>
                </a:solidFill>
                <a:ln w="12700">
                  <a:solidFill>
                    <a:srgbClr val="A5C3FF"/>
                  </a:solidFill>
                  <a:prstDash val="solid"/>
                </a:ln>
              </p:spPr>
              <p:txBody>
                <a:bodyPr/>
                <a:lstStyle/>
                <a:p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55" name="Text 7">
                  <a:extLst>
                    <a:ext uri="{FF2B5EF4-FFF2-40B4-BE49-F238E27FC236}">
                      <a16:creationId xmlns:a16="http://schemas.microsoft.com/office/drawing/2014/main" id="{5AE9A429-7A94-F669-76AF-5D8788EF7AE7}"/>
                    </a:ext>
                  </a:extLst>
                </p:cNvPr>
                <p:cNvSpPr/>
                <p:nvPr/>
              </p:nvSpPr>
              <p:spPr>
                <a:xfrm>
                  <a:off x="612648" y="1368044"/>
                  <a:ext cx="384048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chemeClr val="accent1"/>
                      </a:solidFill>
                    </a:rPr>
                    <a:t>2</a:t>
                  </a:r>
                  <a:endParaRPr lang="en-US" sz="1300" dirty="0">
                    <a:solidFill>
                      <a:schemeClr val="accent1"/>
                    </a:solidFill>
                  </a:endParaRPr>
                </a:p>
              </p:txBody>
            </p:sp>
          </p:grp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58ABF6F-DF71-8C86-EDB5-7D379D8A13C2}"/>
                </a:ext>
              </a:extLst>
            </p:cNvPr>
            <p:cNvSpPr txBox="1"/>
            <p:nvPr/>
          </p:nvSpPr>
          <p:spPr>
            <a:xfrm>
              <a:off x="2598124" y="1811603"/>
              <a:ext cx="62958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</a:rPr>
                <a:t>Introduction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73755B4-95FE-8704-8F28-CF54771CEC49}"/>
                </a:ext>
              </a:extLst>
            </p:cNvPr>
            <p:cNvSpPr txBox="1"/>
            <p:nvPr/>
          </p:nvSpPr>
          <p:spPr>
            <a:xfrm>
              <a:off x="2598124" y="2345998"/>
              <a:ext cx="62958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</a:rPr>
                <a:t>Motivation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5923EC2-891A-12A7-3B3E-990F410328A6}"/>
                </a:ext>
              </a:extLst>
            </p:cNvPr>
            <p:cNvSpPr txBox="1"/>
            <p:nvPr/>
          </p:nvSpPr>
          <p:spPr>
            <a:xfrm>
              <a:off x="2598124" y="3303569"/>
              <a:ext cx="62958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</a:rPr>
                <a:t>Methodology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75B55FD-EF12-11F0-166E-4A7B607579AC}"/>
                </a:ext>
              </a:extLst>
            </p:cNvPr>
            <p:cNvSpPr txBox="1"/>
            <p:nvPr/>
          </p:nvSpPr>
          <p:spPr>
            <a:xfrm>
              <a:off x="2598124" y="3815125"/>
              <a:ext cx="62958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</a:rPr>
                <a:t>Experiments &amp; Results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0B48FB1-78EE-3167-6549-06D8BF4123BC}"/>
                </a:ext>
              </a:extLst>
            </p:cNvPr>
            <p:cNvSpPr txBox="1"/>
            <p:nvPr/>
          </p:nvSpPr>
          <p:spPr>
            <a:xfrm>
              <a:off x="2616890" y="4319532"/>
              <a:ext cx="62958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</a:rPr>
                <a:t>Demonstration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837702-2EE3-FD17-72DE-4745C8F22C9E}"/>
                </a:ext>
              </a:extLst>
            </p:cNvPr>
            <p:cNvSpPr txBox="1"/>
            <p:nvPr/>
          </p:nvSpPr>
          <p:spPr>
            <a:xfrm>
              <a:off x="2627915" y="4830716"/>
              <a:ext cx="62958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</a:rPr>
                <a:t>Conclusion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A2A527E-AFC1-3CBA-38FC-E1000BE44418}"/>
                </a:ext>
              </a:extLst>
            </p:cNvPr>
            <p:cNvSpPr txBox="1"/>
            <p:nvPr/>
          </p:nvSpPr>
          <p:spPr>
            <a:xfrm>
              <a:off x="2616890" y="5350670"/>
              <a:ext cx="62958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</a:rPr>
                <a:t>Future Work</a:t>
              </a:r>
            </a:p>
          </p:txBody>
        </p:sp>
        <p:sp>
          <p:nvSpPr>
            <p:cNvPr id="64" name="Shape 6">
              <a:extLst>
                <a:ext uri="{FF2B5EF4-FFF2-40B4-BE49-F238E27FC236}">
                  <a16:creationId xmlns:a16="http://schemas.microsoft.com/office/drawing/2014/main" id="{2C0A2B6D-F63A-4CA4-A978-56551D18CD99}"/>
                </a:ext>
              </a:extLst>
            </p:cNvPr>
            <p:cNvSpPr/>
            <p:nvPr/>
          </p:nvSpPr>
          <p:spPr>
            <a:xfrm>
              <a:off x="2299284" y="5424202"/>
              <a:ext cx="236445" cy="226443"/>
            </a:xfrm>
            <a:prstGeom prst="ellipse">
              <a:avLst/>
            </a:prstGeom>
            <a:solidFill>
              <a:srgbClr val="DDEAFE"/>
            </a:solidFill>
            <a:ln w="12700">
              <a:solidFill>
                <a:srgbClr val="A5C3FF"/>
              </a:solidFill>
              <a:prstDash val="solid"/>
            </a:ln>
          </p:spPr>
          <p:txBody>
            <a:bodyPr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65" name="Text 7">
              <a:extLst>
                <a:ext uri="{FF2B5EF4-FFF2-40B4-BE49-F238E27FC236}">
                  <a16:creationId xmlns:a16="http://schemas.microsoft.com/office/drawing/2014/main" id="{BDAB2440-35C6-433A-A2DE-DA793DFAA316}"/>
                </a:ext>
              </a:extLst>
            </p:cNvPr>
            <p:cNvSpPr/>
            <p:nvPr/>
          </p:nvSpPr>
          <p:spPr>
            <a:xfrm>
              <a:off x="2249019" y="5452642"/>
              <a:ext cx="354668" cy="16174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accent1"/>
                  </a:solidFill>
                </a:rPr>
                <a:t>8</a:t>
              </a:r>
              <a:endParaRPr lang="en-US" sz="1300" dirty="0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oblem statement Images - Free Download on Freepik">
            <a:extLst>
              <a:ext uri="{FF2B5EF4-FFF2-40B4-BE49-F238E27FC236}">
                <a16:creationId xmlns:a16="http://schemas.microsoft.com/office/drawing/2014/main" id="{D667A05D-104C-466C-8FD9-AB303D930B10}"/>
              </a:ext>
            </a:extLst>
          </p:cNvPr>
          <p:cNvPicPr>
            <a:picLocks noGrp="1" noChangeAspect="1" noChangeArrowheads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1216025"/>
            <a:ext cx="3506787" cy="350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0889234-45BF-4C11-8E58-4AD6B4E8EAE0}"/>
              </a:ext>
            </a:extLst>
          </p:cNvPr>
          <p:cNvGrpSpPr/>
          <p:nvPr/>
        </p:nvGrpSpPr>
        <p:grpSpPr>
          <a:xfrm>
            <a:off x="5507682" y="1357745"/>
            <a:ext cx="5421575" cy="3365067"/>
            <a:chOff x="6699152" y="1496845"/>
            <a:chExt cx="2023236" cy="1412387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FF8D5031-795A-4206-9B8C-68EA506BD84E}"/>
                </a:ext>
              </a:extLst>
            </p:cNvPr>
            <p:cNvSpPr/>
            <p:nvPr/>
          </p:nvSpPr>
          <p:spPr>
            <a:xfrm>
              <a:off x="6699152" y="1496845"/>
              <a:ext cx="2023236" cy="1412387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8" name="Text 21">
              <a:extLst>
                <a:ext uri="{FF2B5EF4-FFF2-40B4-BE49-F238E27FC236}">
                  <a16:creationId xmlns:a16="http://schemas.microsoft.com/office/drawing/2014/main" id="{49C6B2E8-6AEF-4659-B5FD-1BC5A9828344}"/>
                </a:ext>
              </a:extLst>
            </p:cNvPr>
            <p:cNvSpPr/>
            <p:nvPr/>
          </p:nvSpPr>
          <p:spPr>
            <a:xfrm>
              <a:off x="6845524" y="1635808"/>
              <a:ext cx="1522518" cy="145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32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</a:t>
              </a:r>
            </a:p>
          </p:txBody>
        </p:sp>
        <p:sp>
          <p:nvSpPr>
            <p:cNvPr id="9" name="Text 22">
              <a:extLst>
                <a:ext uri="{FF2B5EF4-FFF2-40B4-BE49-F238E27FC236}">
                  <a16:creationId xmlns:a16="http://schemas.microsoft.com/office/drawing/2014/main" id="{0EBB084C-07B0-4FBE-8C08-CB5F5E3C6E69}"/>
                </a:ext>
              </a:extLst>
            </p:cNvPr>
            <p:cNvSpPr/>
            <p:nvPr/>
          </p:nvSpPr>
          <p:spPr>
            <a:xfrm>
              <a:off x="6746206" y="2116472"/>
              <a:ext cx="1929127" cy="6126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Large Language Models are widely used for document-based question answering and enterprise search.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However, they often generate hallucinated responses that are fluent but not supported by factual evidence.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limits reliability in high-stakes applications.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b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0420F2-2A23-4F32-B8F4-F61A53B7DCF8}"/>
              </a:ext>
            </a:extLst>
          </p:cNvPr>
          <p:cNvCxnSpPr>
            <a:cxnSpLocks/>
          </p:cNvCxnSpPr>
          <p:nvPr/>
        </p:nvCxnSpPr>
        <p:spPr>
          <a:xfrm>
            <a:off x="7221535" y="2107028"/>
            <a:ext cx="14605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730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30121" y="739624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Current RAG Fails in Practice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0C8605-39EB-8A33-B9AB-F2EB0E8C00BB}"/>
              </a:ext>
            </a:extLst>
          </p:cNvPr>
          <p:cNvGrpSpPr/>
          <p:nvPr/>
        </p:nvGrpSpPr>
        <p:grpSpPr>
          <a:xfrm>
            <a:off x="6994731" y="1539156"/>
            <a:ext cx="4508509" cy="3588201"/>
            <a:chOff x="7254093" y="1656082"/>
            <a:chExt cx="1682496" cy="1412387"/>
          </a:xfrm>
        </p:grpSpPr>
        <p:sp>
          <p:nvSpPr>
            <p:cNvPr id="22" name="Shape 20"/>
            <p:cNvSpPr/>
            <p:nvPr/>
          </p:nvSpPr>
          <p:spPr>
            <a:xfrm>
              <a:off x="7254093" y="1656082"/>
              <a:ext cx="1682496" cy="1412387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2700">
              <a:solidFill>
                <a:srgbClr val="D7DFEA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386681" y="1766351"/>
              <a:ext cx="141732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000" b="1" dirty="0">
                  <a:solidFill>
                    <a:schemeClr val="tx2"/>
                  </a:solidFill>
                </a:rPr>
                <a:t>Why Current RAG Systems Are Not Enough?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386681" y="2239157"/>
              <a:ext cx="1468583" cy="6126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Vector retrieval captures similarity but misses relationships across documents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This leads to incomplete evidence and unsupported answers in complex queries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CBD074E-BF8A-7509-ED0F-E05A172DF0F9}"/>
              </a:ext>
            </a:extLst>
          </p:cNvPr>
          <p:cNvGrpSpPr/>
          <p:nvPr/>
        </p:nvGrpSpPr>
        <p:grpSpPr>
          <a:xfrm>
            <a:off x="1558931" y="1566864"/>
            <a:ext cx="4105898" cy="992124"/>
            <a:chOff x="1659635" y="1367028"/>
            <a:chExt cx="4105898" cy="99212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918034C-DCC8-9F2C-B6D0-BA40B577B8C4}"/>
                </a:ext>
              </a:extLst>
            </p:cNvPr>
            <p:cNvGrpSpPr/>
            <p:nvPr/>
          </p:nvGrpSpPr>
          <p:grpSpPr>
            <a:xfrm>
              <a:off x="1659635" y="1367028"/>
              <a:ext cx="4105898" cy="992124"/>
              <a:chOff x="1659635" y="1367028"/>
              <a:chExt cx="4105898" cy="992124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1659635" y="1367028"/>
                <a:ext cx="4105898" cy="992124"/>
              </a:xfrm>
              <a:prstGeom prst="roundRect">
                <a:avLst>
                  <a:gd name="adj" fmla="val 8929"/>
                </a:avLst>
              </a:prstGeom>
              <a:solidFill>
                <a:srgbClr val="DDEAFE"/>
              </a:solidFill>
              <a:ln w="12700">
                <a:solidFill>
                  <a:srgbClr val="C9D5E5"/>
                </a:solidFill>
                <a:prstDash val="solid"/>
              </a:ln>
            </p:spPr>
            <p:txBody>
              <a:bodyPr/>
              <a:lstStyle/>
              <a:p>
                <a:endParaRPr lang="en-US" sz="1600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1765272" y="1462625"/>
                <a:ext cx="3894623" cy="25806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b="1" dirty="0"/>
                  <a:t>Multi-hop Query Failure</a:t>
                </a:r>
                <a:endParaRPr lang="en-US" sz="1600" b="1" dirty="0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CED70CA-2090-33CC-12F0-29B9C32AE543}"/>
                </a:ext>
              </a:extLst>
            </p:cNvPr>
            <p:cNvSpPr txBox="1"/>
            <p:nvPr/>
          </p:nvSpPr>
          <p:spPr>
            <a:xfrm>
              <a:off x="1836393" y="1702869"/>
              <a:ext cx="389462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→ </a:t>
              </a:r>
              <a:r>
                <a:rPr lang="en-US" sz="1100" i="1" dirty="0"/>
                <a:t>Answers require combining information from multiple sections, but vector retrieval often returns only partial evidence</a:t>
              </a:r>
              <a:endParaRPr lang="en-US" sz="1100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837736F-85F4-A95A-ECA8-035B8FF5A89F}"/>
              </a:ext>
            </a:extLst>
          </p:cNvPr>
          <p:cNvGrpSpPr/>
          <p:nvPr/>
        </p:nvGrpSpPr>
        <p:grpSpPr>
          <a:xfrm>
            <a:off x="1558931" y="2850277"/>
            <a:ext cx="4105898" cy="992124"/>
            <a:chOff x="4230115" y="2135216"/>
            <a:chExt cx="4105898" cy="992124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5A8BBA7-77D1-2D41-FEE9-61DF1D99379D}"/>
                </a:ext>
              </a:extLst>
            </p:cNvPr>
            <p:cNvGrpSpPr/>
            <p:nvPr/>
          </p:nvGrpSpPr>
          <p:grpSpPr>
            <a:xfrm>
              <a:off x="4230115" y="2135216"/>
              <a:ext cx="4105898" cy="992124"/>
              <a:chOff x="1659635" y="1367028"/>
              <a:chExt cx="4105898" cy="992124"/>
            </a:xfrm>
            <a:grpFill/>
          </p:grpSpPr>
          <p:sp>
            <p:nvSpPr>
              <p:cNvPr id="40" name="Shape 5">
                <a:extLst>
                  <a:ext uri="{FF2B5EF4-FFF2-40B4-BE49-F238E27FC236}">
                    <a16:creationId xmlns:a16="http://schemas.microsoft.com/office/drawing/2014/main" id="{697B36BC-26B0-6331-3B92-099BF35C1087}"/>
                  </a:ext>
                </a:extLst>
              </p:cNvPr>
              <p:cNvSpPr/>
              <p:nvPr/>
            </p:nvSpPr>
            <p:spPr>
              <a:xfrm>
                <a:off x="1659635" y="1367028"/>
                <a:ext cx="4105898" cy="992124"/>
              </a:xfrm>
              <a:prstGeom prst="roundRect">
                <a:avLst>
                  <a:gd name="adj" fmla="val 8929"/>
                </a:avLst>
              </a:prstGeom>
              <a:grpFill/>
              <a:ln w="12700">
                <a:solidFill>
                  <a:srgbClr val="C9D5E5"/>
                </a:solidFill>
                <a:prstDash val="solid"/>
              </a:ln>
            </p:spPr>
            <p:txBody>
              <a:bodyPr/>
              <a:lstStyle/>
              <a:p>
                <a:endParaRPr lang="en-US" sz="1600" dirty="0"/>
              </a:p>
            </p:txBody>
          </p:sp>
          <p:sp>
            <p:nvSpPr>
              <p:cNvPr id="41" name="Text 6">
                <a:extLst>
                  <a:ext uri="{FF2B5EF4-FFF2-40B4-BE49-F238E27FC236}">
                    <a16:creationId xmlns:a16="http://schemas.microsoft.com/office/drawing/2014/main" id="{178363F7-A57A-5098-0B45-4A8CB510316D}"/>
                  </a:ext>
                </a:extLst>
              </p:cNvPr>
              <p:cNvSpPr/>
              <p:nvPr/>
            </p:nvSpPr>
            <p:spPr>
              <a:xfrm>
                <a:off x="1703632" y="1482656"/>
                <a:ext cx="3894623" cy="258064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r>
                  <a:rPr lang="en-US" sz="1400" b="1" dirty="0"/>
                  <a:t>Entity-Level Mismatch</a:t>
                </a:r>
                <a:endParaRPr lang="en-US" sz="1600" b="1" dirty="0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F475217-460B-5529-2647-1B751FD67D08}"/>
                </a:ext>
              </a:extLst>
            </p:cNvPr>
            <p:cNvSpPr txBox="1"/>
            <p:nvPr/>
          </p:nvSpPr>
          <p:spPr>
            <a:xfrm>
              <a:off x="4335751" y="2531362"/>
              <a:ext cx="3894623" cy="43088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sz="11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→ </a:t>
              </a:r>
              <a:r>
                <a:rPr lang="en-US" sz="1100" i="1" dirty="0"/>
                <a:t>Important terms like system components or entities are not matched precisely, even when they exist in documents</a:t>
              </a:r>
              <a:endParaRPr lang="en-US" sz="1100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8C916A3-B811-B129-1D8E-9D8862D28183}"/>
              </a:ext>
            </a:extLst>
          </p:cNvPr>
          <p:cNvGrpSpPr/>
          <p:nvPr/>
        </p:nvGrpSpPr>
        <p:grpSpPr>
          <a:xfrm>
            <a:off x="1561358" y="4116479"/>
            <a:ext cx="4105898" cy="992124"/>
            <a:chOff x="1659635" y="1367028"/>
            <a:chExt cx="4105898" cy="9921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7" name="Shape 5">
              <a:extLst>
                <a:ext uri="{FF2B5EF4-FFF2-40B4-BE49-F238E27FC236}">
                  <a16:creationId xmlns:a16="http://schemas.microsoft.com/office/drawing/2014/main" id="{C7B79B3B-2E81-DAE3-9DDE-4A475A297EBB}"/>
                </a:ext>
              </a:extLst>
            </p:cNvPr>
            <p:cNvSpPr/>
            <p:nvPr/>
          </p:nvSpPr>
          <p:spPr>
            <a:xfrm>
              <a:off x="1659635" y="1367028"/>
              <a:ext cx="4105898" cy="992124"/>
            </a:xfrm>
            <a:prstGeom prst="roundRect">
              <a:avLst>
                <a:gd name="adj" fmla="val 8929"/>
              </a:avLst>
            </a:prstGeom>
            <a:grpFill/>
            <a:ln w="12700">
              <a:solidFill>
                <a:srgbClr val="C9D5E5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48" name="Text 6">
              <a:extLst>
                <a:ext uri="{FF2B5EF4-FFF2-40B4-BE49-F238E27FC236}">
                  <a16:creationId xmlns:a16="http://schemas.microsoft.com/office/drawing/2014/main" id="{AC00BEC9-6CFF-4337-EDBF-733BADF08EFC}"/>
                </a:ext>
              </a:extLst>
            </p:cNvPr>
            <p:cNvSpPr/>
            <p:nvPr/>
          </p:nvSpPr>
          <p:spPr>
            <a:xfrm>
              <a:off x="1738149" y="1489906"/>
              <a:ext cx="3894623" cy="258064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r>
                <a:rPr lang="en-US" sz="1400" b="1" dirty="0"/>
                <a:t>ML adds model-specific risks </a:t>
              </a:r>
              <a:endParaRPr lang="en-US" sz="1600" b="1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2B24A28-D6DC-17D0-AAFF-0FC71B31002B}"/>
              </a:ext>
            </a:extLst>
          </p:cNvPr>
          <p:cNvSpPr txBox="1"/>
          <p:nvPr/>
        </p:nvSpPr>
        <p:spPr>
          <a:xfrm>
            <a:off x="1664567" y="4513926"/>
            <a:ext cx="3894623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→ </a:t>
            </a:r>
            <a:r>
              <a:rPr lang="en-US" sz="1100" i="1" dirty="0"/>
              <a:t>When evidence is missing or incomplete, the model generates fluent but unsupported responses</a:t>
            </a:r>
            <a:endParaRPr lang="en-US" sz="11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A6881767-00A5-0E27-BD53-6338ACCE17E6}"/>
              </a:ext>
            </a:extLst>
          </p:cNvPr>
          <p:cNvSpPr/>
          <p:nvPr/>
        </p:nvSpPr>
        <p:spPr>
          <a:xfrm>
            <a:off x="6373092" y="1452857"/>
            <a:ext cx="9236" cy="398736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0889234-45BF-4C11-8E58-4AD6B4E8EAE0}"/>
              </a:ext>
            </a:extLst>
          </p:cNvPr>
          <p:cNvGrpSpPr/>
          <p:nvPr/>
        </p:nvGrpSpPr>
        <p:grpSpPr>
          <a:xfrm>
            <a:off x="5507682" y="1330036"/>
            <a:ext cx="5169556" cy="3786249"/>
            <a:chOff x="6699152" y="1496845"/>
            <a:chExt cx="1929187" cy="1576187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FF8D5031-795A-4206-9B8C-68EA506BD84E}"/>
                </a:ext>
              </a:extLst>
            </p:cNvPr>
            <p:cNvSpPr/>
            <p:nvPr/>
          </p:nvSpPr>
          <p:spPr>
            <a:xfrm>
              <a:off x="6699152" y="1496845"/>
              <a:ext cx="1929187" cy="1576187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8" name="Text 21">
              <a:extLst>
                <a:ext uri="{FF2B5EF4-FFF2-40B4-BE49-F238E27FC236}">
                  <a16:creationId xmlns:a16="http://schemas.microsoft.com/office/drawing/2014/main" id="{49C6B2E8-6AEF-4659-B5FD-1BC5A9828344}"/>
                </a:ext>
              </a:extLst>
            </p:cNvPr>
            <p:cNvSpPr/>
            <p:nvPr/>
          </p:nvSpPr>
          <p:spPr>
            <a:xfrm>
              <a:off x="6852418" y="1609125"/>
              <a:ext cx="1522518" cy="145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32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 Question</a:t>
              </a:r>
            </a:p>
          </p:txBody>
        </p:sp>
        <p:sp>
          <p:nvSpPr>
            <p:cNvPr id="9" name="Text 22">
              <a:extLst>
                <a:ext uri="{FF2B5EF4-FFF2-40B4-BE49-F238E27FC236}">
                  <a16:creationId xmlns:a16="http://schemas.microsoft.com/office/drawing/2014/main" id="{0EBB084C-07B0-4FBE-8C08-CB5F5E3C6E69}"/>
                </a:ext>
              </a:extLst>
            </p:cNvPr>
            <p:cNvSpPr/>
            <p:nvPr/>
          </p:nvSpPr>
          <p:spPr>
            <a:xfrm>
              <a:off x="6760671" y="1906726"/>
              <a:ext cx="1806148" cy="44465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1400" dirty="0"/>
                <a:t>This work focuses on improving evidence grounding in document-based QA systems. We investigate whether combining semantic and structural retrieval improves reliability.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B5E9A60-677E-441B-B384-EDB671003F43}"/>
              </a:ext>
            </a:extLst>
          </p:cNvPr>
          <p:cNvSpPr txBox="1"/>
          <p:nvPr/>
        </p:nvSpPr>
        <p:spPr>
          <a:xfrm>
            <a:off x="6049095" y="4531472"/>
            <a:ext cx="44632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This project designs and evaluates a hybrid retrieval system with strict grounding constraints.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29F9A-7230-4B5D-A710-C5F25906F369}"/>
              </a:ext>
            </a:extLst>
          </p:cNvPr>
          <p:cNvCxnSpPr>
            <a:cxnSpLocks/>
          </p:cNvCxnSpPr>
          <p:nvPr/>
        </p:nvCxnSpPr>
        <p:spPr>
          <a:xfrm>
            <a:off x="6345235" y="2054385"/>
            <a:ext cx="322739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0718886F-AD65-4B5B-9544-934EB6C3CF6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744538" y="1249962"/>
            <a:ext cx="3506787" cy="343891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207312-125D-8B3D-9B77-E7AE40F6958A}"/>
              </a:ext>
            </a:extLst>
          </p:cNvPr>
          <p:cNvSpPr txBox="1"/>
          <p:nvPr/>
        </p:nvSpPr>
        <p:spPr>
          <a:xfrm>
            <a:off x="5672532" y="3392661"/>
            <a:ext cx="48398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Can </a:t>
            </a:r>
            <a:r>
              <a:rPr lang="en-US" sz="2000" b="1" dirty="0">
                <a:solidFill>
                  <a:srgbClr val="FF0000"/>
                </a:solidFill>
              </a:rPr>
              <a:t>hybrid vector–graph</a:t>
            </a:r>
            <a:r>
              <a:rPr lang="en-US" sz="2000" dirty="0">
                <a:solidFill>
                  <a:srgbClr val="FF0000"/>
                </a:solidFill>
              </a:rPr>
              <a:t> retrieval reduce </a:t>
            </a:r>
            <a:r>
              <a:rPr lang="en-US" sz="2000" b="1" dirty="0">
                <a:solidFill>
                  <a:srgbClr val="FF0000"/>
                </a:solidFill>
              </a:rPr>
              <a:t>hallucination </a:t>
            </a:r>
            <a:r>
              <a:rPr lang="en-US" sz="2000" dirty="0">
                <a:solidFill>
                  <a:srgbClr val="FF0000"/>
                </a:solidFill>
              </a:rPr>
              <a:t>and improve </a:t>
            </a:r>
            <a:r>
              <a:rPr lang="en-US" sz="2000" b="1" dirty="0">
                <a:solidFill>
                  <a:srgbClr val="FF0000"/>
                </a:solidFill>
              </a:rPr>
              <a:t>grounding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33603" y="821336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32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 Work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33603" y="1403729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5B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papers are classified under Retrieval Methods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95084" y="1873013"/>
            <a:ext cx="3108960" cy="3624957"/>
          </a:xfrm>
          <a:prstGeom prst="roundRect">
            <a:avLst>
              <a:gd name="adj" fmla="val 2353"/>
            </a:avLst>
          </a:prstGeom>
          <a:solidFill>
            <a:srgbClr val="EAF1FF"/>
          </a:solidFill>
          <a:ln w="12700">
            <a:solidFill>
              <a:srgbClr val="C9D5E5"/>
            </a:solidFill>
            <a:prstDash val="solid"/>
          </a:ln>
          <a:effectLst>
            <a:outerShdw blurRad="1905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59676" y="2327493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55B"/>
                </a:solidFill>
              </a:rPr>
              <a:t>Blended RAG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7964" y="3006989"/>
            <a:ext cx="2743200" cy="2007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600" dirty="0"/>
              <a:t>Combines Dense and Sparse retrieval for better ranking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600" dirty="0"/>
              <a:t>Improves query matching across</a:t>
            </a:r>
            <a:br>
              <a:rPr lang="en-US" sz="1600" dirty="0"/>
            </a:br>
            <a:r>
              <a:rPr lang="en-US" sz="1600" dirty="0"/>
              <a:t>different retrieval signals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96652" y="1873014"/>
            <a:ext cx="3108960" cy="3624956"/>
          </a:xfrm>
          <a:prstGeom prst="roundRect">
            <a:avLst>
              <a:gd name="adj" fmla="val 2353"/>
            </a:avLst>
          </a:prstGeom>
          <a:solidFill>
            <a:srgbClr val="E9FBF6"/>
          </a:solidFill>
          <a:ln w="12700">
            <a:solidFill>
              <a:srgbClr val="C9D5E5"/>
            </a:solidFill>
            <a:prstDash val="solid"/>
          </a:ln>
          <a:effectLst>
            <a:outerShdw blurRad="1905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24400" y="2336655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Hybrid RAG</a:t>
            </a:r>
          </a:p>
        </p:txBody>
      </p:sp>
      <p:sp>
        <p:nvSpPr>
          <p:cNvPr id="12" name="Text 10"/>
          <p:cNvSpPr/>
          <p:nvPr/>
        </p:nvSpPr>
        <p:spPr>
          <a:xfrm>
            <a:off x="4812869" y="3030237"/>
            <a:ext cx="2676525" cy="22506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Integrates vector retrieval with knowledge graph reasoning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Uses entity relationships</a:t>
            </a:r>
            <a:br>
              <a:rPr lang="en-US" sz="1600" dirty="0"/>
            </a:br>
            <a:r>
              <a:rPr lang="en-US" sz="1600" dirty="0"/>
              <a:t>to improve context understanding</a:t>
            </a:r>
          </a:p>
        </p:txBody>
      </p:sp>
      <p:sp>
        <p:nvSpPr>
          <p:cNvPr id="13" name="Shape 11"/>
          <p:cNvSpPr/>
          <p:nvPr/>
        </p:nvSpPr>
        <p:spPr>
          <a:xfrm>
            <a:off x="7998220" y="1873014"/>
            <a:ext cx="3108960" cy="3624955"/>
          </a:xfrm>
          <a:prstGeom prst="roundRect">
            <a:avLst>
              <a:gd name="adj" fmla="val 2353"/>
            </a:avLst>
          </a:prstGeom>
          <a:solidFill>
            <a:srgbClr val="FFF6E5"/>
          </a:solidFill>
          <a:ln w="12700">
            <a:solidFill>
              <a:srgbClr val="C9D5E5"/>
            </a:solidFill>
            <a:prstDash val="solid"/>
          </a:ln>
          <a:effectLst>
            <a:outerShdw blurRad="1905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81100" y="2336655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Document Knowledge Graph</a:t>
            </a:r>
          </a:p>
        </p:txBody>
      </p:sp>
      <p:sp>
        <p:nvSpPr>
          <p:cNvPr id="15" name="Text 13"/>
          <p:cNvSpPr/>
          <p:nvPr/>
        </p:nvSpPr>
        <p:spPr>
          <a:xfrm>
            <a:off x="8181100" y="3006989"/>
            <a:ext cx="2743200" cy="28294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Builds structured graph from</a:t>
            </a:r>
            <a:br>
              <a:rPr lang="en-US" sz="1600" dirty="0"/>
            </a:br>
            <a:r>
              <a:rPr lang="en-US" sz="1600" dirty="0"/>
              <a:t>document sections and entities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Enables linking of related</a:t>
            </a:r>
            <a:br>
              <a:rPr lang="en-US" sz="1600" dirty="0"/>
            </a:br>
            <a:r>
              <a:rPr lang="en-US" sz="1600" dirty="0"/>
              <a:t>information across documents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92123B-D6DC-4AF5-A353-5A17309513DE}"/>
              </a:ext>
            </a:extLst>
          </p:cNvPr>
          <p:cNvSpPr txBox="1"/>
          <p:nvPr/>
        </p:nvSpPr>
        <p:spPr>
          <a:xfrm>
            <a:off x="1195084" y="4746385"/>
            <a:ext cx="3108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K.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Sawarkar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, A. Mangal and S. R. Solanki, “Blended RAG: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ImprovingRAG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Accuracy with Semantic Search and Hybrid Query-Based Retrievers,”2024 IEEE 7th Int. Conf. on Multimedia Information Processing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andRetrieval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(MIPR), 2024, pp. 155–161.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991B3D-EF94-4727-A658-AF6A0AB5CE4F}"/>
              </a:ext>
            </a:extLst>
          </p:cNvPr>
          <p:cNvSpPr txBox="1"/>
          <p:nvPr/>
        </p:nvSpPr>
        <p:spPr>
          <a:xfrm>
            <a:off x="4596651" y="4842403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B.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Sarmah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et al., “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HybridRAG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: Integrating Knowledge Graphs and Vector Retrieval Augmented Generation for Efficient Information Extraction,” arXiv:2408.04948, August 2024.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E9BEFE-4956-4F27-BF6A-C4802A272EB5}"/>
              </a:ext>
            </a:extLst>
          </p:cNvPr>
          <p:cNvSpPr txBox="1"/>
          <p:nvPr/>
        </p:nvSpPr>
        <p:spPr>
          <a:xfrm>
            <a:off x="7998219" y="4842403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S.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Knollmeyer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et al., “Document Knowledge Graph to Enhance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QuestionAnswering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with Retrieval Augmented Generation,” 2024 IEEE 29th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Int.Conf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 on Emerging Technologies and Factory Automation (ETFA), 2024,pp. 1–4.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33603" y="821336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32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 Work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33603" y="1403729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5B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papers are classified under Hallucination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95084" y="1873013"/>
            <a:ext cx="3108960" cy="3624957"/>
          </a:xfrm>
          <a:prstGeom prst="roundRect">
            <a:avLst>
              <a:gd name="adj" fmla="val 2353"/>
            </a:avLst>
          </a:prstGeom>
          <a:solidFill>
            <a:srgbClr val="EAF1FF"/>
          </a:solidFill>
          <a:ln w="12700">
            <a:solidFill>
              <a:srgbClr val="C9D5E5"/>
            </a:solidFill>
            <a:prstDash val="solid"/>
          </a:ln>
          <a:effectLst>
            <a:outerShdw blurRad="1905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59676" y="2327493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12355B"/>
                </a:solidFill>
              </a:rPr>
              <a:t>ReRAG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7964" y="3006989"/>
            <a:ext cx="2743200" cy="2007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Adjusts chunk size and</a:t>
            </a:r>
            <a:br>
              <a:rPr lang="en-US" sz="1600" dirty="0"/>
            </a:br>
            <a:r>
              <a:rPr lang="en-US" sz="1600" dirty="0"/>
              <a:t>retrieval settings using feedback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Improves alignment between retrieved evidence and answers</a:t>
            </a:r>
          </a:p>
        </p:txBody>
      </p:sp>
      <p:sp>
        <p:nvSpPr>
          <p:cNvPr id="10" name="Shape 8"/>
          <p:cNvSpPr/>
          <p:nvPr/>
        </p:nvSpPr>
        <p:spPr>
          <a:xfrm>
            <a:off x="4596652" y="1873014"/>
            <a:ext cx="3108960" cy="3624956"/>
          </a:xfrm>
          <a:prstGeom prst="roundRect">
            <a:avLst>
              <a:gd name="adj" fmla="val 2353"/>
            </a:avLst>
          </a:prstGeom>
          <a:solidFill>
            <a:srgbClr val="E9FBF6"/>
          </a:solidFill>
          <a:ln w="12700">
            <a:solidFill>
              <a:srgbClr val="C9D5E5"/>
            </a:solidFill>
            <a:prstDash val="solid"/>
          </a:ln>
          <a:effectLst>
            <a:outerShdw blurRad="1905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24400" y="2336655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LRP4RAG</a:t>
            </a:r>
          </a:p>
        </p:txBody>
      </p:sp>
      <p:sp>
        <p:nvSpPr>
          <p:cNvPr id="12" name="Text 10"/>
          <p:cNvSpPr/>
          <p:nvPr/>
        </p:nvSpPr>
        <p:spPr>
          <a:xfrm>
            <a:off x="4812869" y="3030237"/>
            <a:ext cx="2676525" cy="22506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Uses relevance propagation to trace token influence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Identifies which evidence contributes to generation</a:t>
            </a:r>
          </a:p>
        </p:txBody>
      </p:sp>
      <p:sp>
        <p:nvSpPr>
          <p:cNvPr id="13" name="Shape 11"/>
          <p:cNvSpPr/>
          <p:nvPr/>
        </p:nvSpPr>
        <p:spPr>
          <a:xfrm>
            <a:off x="7998220" y="1873014"/>
            <a:ext cx="3108960" cy="3624955"/>
          </a:xfrm>
          <a:prstGeom prst="roundRect">
            <a:avLst>
              <a:gd name="adj" fmla="val 2353"/>
            </a:avLst>
          </a:prstGeom>
          <a:solidFill>
            <a:srgbClr val="FFF6E5"/>
          </a:solidFill>
          <a:ln w="12700">
            <a:solidFill>
              <a:srgbClr val="C9D5E5"/>
            </a:solidFill>
            <a:prstDash val="solid"/>
          </a:ln>
          <a:effectLst>
            <a:outerShdw blurRad="1905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81100" y="233665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Conformal Abstention</a:t>
            </a:r>
          </a:p>
        </p:txBody>
      </p:sp>
      <p:sp>
        <p:nvSpPr>
          <p:cNvPr id="15" name="Text 13"/>
          <p:cNvSpPr/>
          <p:nvPr/>
        </p:nvSpPr>
        <p:spPr>
          <a:xfrm>
            <a:off x="8181100" y="3006989"/>
            <a:ext cx="2743200" cy="28294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Allows model to abstain</a:t>
            </a:r>
            <a:br>
              <a:rPr lang="en-US" sz="1600" dirty="0"/>
            </a:br>
            <a:r>
              <a:rPr lang="en-US" sz="1600" dirty="0"/>
              <a:t>when confidence is low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Provides statistical guarantees on hallucination risk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FDA1B5-595E-4A98-8500-AFF99072ACC9}"/>
              </a:ext>
            </a:extLst>
          </p:cNvPr>
          <p:cNvSpPr txBox="1"/>
          <p:nvPr/>
        </p:nvSpPr>
        <p:spPr>
          <a:xfrm>
            <a:off x="4596651" y="4842403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H. Hu, C. He, X.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Xie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and Q. Zhang, “LRP4RAG: Detecting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Halluci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-nations in Retrieval-Augmented Generation via Layer-Wise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RelevancePropagation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,” arXiv:2408.15533, June 27, 2025.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915A6C-9D39-4F3D-9BE7-FB3D38C26CC3}"/>
              </a:ext>
            </a:extLst>
          </p:cNvPr>
          <p:cNvSpPr txBox="1"/>
          <p:nvPr/>
        </p:nvSpPr>
        <p:spPr>
          <a:xfrm>
            <a:off x="1195084" y="4842402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R.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Koç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, M. K.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Gürkan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and F. T.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Yarman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Vural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, “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ReRag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: A New Archi-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tecture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for Reducing Hallucination by Retrieval-Augmented Generation,”2024 9th Int. Conf. on Computer Science and Engineering (UBMK), 2024,pp. 961–965.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3ADB19-0070-43E4-9D3A-572DA2274DD4}"/>
              </a:ext>
            </a:extLst>
          </p:cNvPr>
          <p:cNvSpPr txBox="1"/>
          <p:nvPr/>
        </p:nvSpPr>
        <p:spPr>
          <a:xfrm>
            <a:off x="7998220" y="5008795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Y. A.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Yadkori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et al., “Mitigating LLM Hallucinations via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ConformalAbstention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,” arXiv:2405.01563, April 2024</a:t>
            </a:r>
          </a:p>
        </p:txBody>
      </p:sp>
    </p:spTree>
    <p:extLst>
      <p:ext uri="{BB962C8B-B14F-4D97-AF65-F5344CB8AC3E}">
        <p14:creationId xmlns:p14="http://schemas.microsoft.com/office/powerpoint/2010/main" val="3340661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87F60F25-0444-4D24-9B3B-831F5DCB3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775" y="1404105"/>
            <a:ext cx="5434014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A5DD9F-EA8F-4574-9398-428E7A036C2C}"/>
              </a:ext>
            </a:extLst>
          </p:cNvPr>
          <p:cNvSpPr txBox="1"/>
          <p:nvPr/>
        </p:nvSpPr>
        <p:spPr>
          <a:xfrm>
            <a:off x="5991226" y="4872037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cs typeface="Times New Roman" panose="02020603050405020304" pitchFamily="18" charset="0"/>
              </a:rPr>
              <a:t>Fig 1. </a:t>
            </a:r>
            <a:r>
              <a:rPr lang="en-US" sz="1400" b="0" i="0" u="none" strike="noStrike" dirty="0">
                <a:effectLst/>
              </a:rPr>
              <a:t> Hybrid Vector - Graph Retrieval Architecture</a:t>
            </a:r>
            <a:br>
              <a:rPr lang="en-US" sz="14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 The system follows a staged pipeline that transforms documents into an evidence-grounded question answering system.</a:t>
            </a:r>
            <a:endParaRPr lang="en-US" sz="1400" i="1" dirty="0">
              <a:solidFill>
                <a:schemeClr val="bg2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630121" y="739624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Methodology (System Overview)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6C66516A-9580-4F8B-A7BE-CE2C942F1773}"/>
              </a:ext>
            </a:extLst>
          </p:cNvPr>
          <p:cNvSpPr/>
          <p:nvPr/>
        </p:nvSpPr>
        <p:spPr>
          <a:xfrm>
            <a:off x="5991226" y="1561783"/>
            <a:ext cx="0" cy="3471347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8990F31-3579-43D9-98CF-E8138FD423CB}"/>
              </a:ext>
            </a:extLst>
          </p:cNvPr>
          <p:cNvGrpSpPr/>
          <p:nvPr/>
        </p:nvGrpSpPr>
        <p:grpSpPr>
          <a:xfrm>
            <a:off x="857250" y="2084709"/>
            <a:ext cx="4654588" cy="476942"/>
            <a:chOff x="857250" y="1957964"/>
            <a:chExt cx="4654588" cy="476942"/>
          </a:xfrm>
        </p:grpSpPr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50D1638D-D774-410B-8844-B4C71560F3FD}"/>
                </a:ext>
              </a:extLst>
            </p:cNvPr>
            <p:cNvSpPr/>
            <p:nvPr/>
          </p:nvSpPr>
          <p:spPr>
            <a:xfrm>
              <a:off x="857250" y="1957964"/>
              <a:ext cx="4654588" cy="476942"/>
            </a:xfrm>
            <a:prstGeom prst="roundRect">
              <a:avLst>
                <a:gd name="adj" fmla="val 4348"/>
              </a:avLst>
            </a:prstGeom>
            <a:solidFill>
              <a:srgbClr val="EAF1FF"/>
            </a:solidFill>
            <a:ln w="12700">
              <a:solidFill>
                <a:srgbClr val="C9D5E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3CB6F065-928E-4638-A5BD-2AD1F7C9AAF9}"/>
                </a:ext>
              </a:extLst>
            </p:cNvPr>
            <p:cNvSpPr/>
            <p:nvPr/>
          </p:nvSpPr>
          <p:spPr>
            <a:xfrm>
              <a:off x="946887" y="1957964"/>
              <a:ext cx="4518025" cy="3536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200000"/>
                </a:lnSpc>
              </a:pPr>
              <a:r>
                <a:rPr lang="en-US" sz="1400" b="1" dirty="0">
                  <a:solidFill>
                    <a:schemeClr val="tx2"/>
                  </a:solidFill>
                  <a:cs typeface="Times New Roman" panose="02020603050405020304" pitchFamily="18" charset="0"/>
                </a:rPr>
                <a:t>End-to-end document-to-answer pipeline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871378-6FD5-44EE-8B9B-079850B1E02E}"/>
              </a:ext>
            </a:extLst>
          </p:cNvPr>
          <p:cNvGrpSpPr/>
          <p:nvPr/>
        </p:nvGrpSpPr>
        <p:grpSpPr>
          <a:xfrm>
            <a:off x="857250" y="2816708"/>
            <a:ext cx="4654588" cy="476942"/>
            <a:chOff x="857250" y="1957964"/>
            <a:chExt cx="4654588" cy="476942"/>
          </a:xfrm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67D1979F-FD90-4EC1-9277-DCC7FD8128B9}"/>
                </a:ext>
              </a:extLst>
            </p:cNvPr>
            <p:cNvSpPr/>
            <p:nvPr/>
          </p:nvSpPr>
          <p:spPr>
            <a:xfrm>
              <a:off x="857250" y="1957964"/>
              <a:ext cx="4654588" cy="476942"/>
            </a:xfrm>
            <a:prstGeom prst="roundRect">
              <a:avLst>
                <a:gd name="adj" fmla="val 4348"/>
              </a:avLst>
            </a:prstGeom>
            <a:solidFill>
              <a:srgbClr val="EAF1FF"/>
            </a:solidFill>
            <a:ln w="12700">
              <a:solidFill>
                <a:srgbClr val="C9D5E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BB52C470-2B0A-42C1-BFE0-C8ED30D17EEF}"/>
                </a:ext>
              </a:extLst>
            </p:cNvPr>
            <p:cNvSpPr/>
            <p:nvPr/>
          </p:nvSpPr>
          <p:spPr>
            <a:xfrm>
              <a:off x="946887" y="1957964"/>
              <a:ext cx="4518025" cy="3536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200000"/>
                </a:lnSpc>
              </a:pPr>
              <a:r>
                <a:rPr lang="en-US" sz="1400" b="1" dirty="0">
                  <a:solidFill>
                    <a:schemeClr val="tx2"/>
                  </a:solidFill>
                  <a:cs typeface="Times New Roman" panose="02020603050405020304" pitchFamily="18" charset="0"/>
                </a:rPr>
                <a:t>Hybrid retrieval combines vector &amp; graph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5610C2-B571-4EB2-B446-A76F448EF8AF}"/>
              </a:ext>
            </a:extLst>
          </p:cNvPr>
          <p:cNvGrpSpPr/>
          <p:nvPr/>
        </p:nvGrpSpPr>
        <p:grpSpPr>
          <a:xfrm>
            <a:off x="857250" y="3567234"/>
            <a:ext cx="4654588" cy="476942"/>
            <a:chOff x="857250" y="1957964"/>
            <a:chExt cx="4654588" cy="476942"/>
          </a:xfrm>
        </p:grpSpPr>
        <p:sp>
          <p:nvSpPr>
            <p:cNvPr id="20" name="Shape 7">
              <a:extLst>
                <a:ext uri="{FF2B5EF4-FFF2-40B4-BE49-F238E27FC236}">
                  <a16:creationId xmlns:a16="http://schemas.microsoft.com/office/drawing/2014/main" id="{8FCF39B2-DA33-4C6A-AF71-1A041F6FD894}"/>
                </a:ext>
              </a:extLst>
            </p:cNvPr>
            <p:cNvSpPr/>
            <p:nvPr/>
          </p:nvSpPr>
          <p:spPr>
            <a:xfrm>
              <a:off x="857250" y="1957964"/>
              <a:ext cx="4654588" cy="476942"/>
            </a:xfrm>
            <a:prstGeom prst="roundRect">
              <a:avLst>
                <a:gd name="adj" fmla="val 4348"/>
              </a:avLst>
            </a:prstGeom>
            <a:solidFill>
              <a:srgbClr val="EAF1FF"/>
            </a:solidFill>
            <a:ln w="12700">
              <a:solidFill>
                <a:srgbClr val="C9D5E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B2C8EFCA-F6E2-443F-8620-DA3ACBB168F2}"/>
                </a:ext>
              </a:extLst>
            </p:cNvPr>
            <p:cNvSpPr/>
            <p:nvPr/>
          </p:nvSpPr>
          <p:spPr>
            <a:xfrm>
              <a:off x="946887" y="1957964"/>
              <a:ext cx="4518025" cy="3536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200000"/>
                </a:lnSpc>
              </a:pPr>
              <a:r>
                <a:rPr lang="en-US" sz="1400" b="1" dirty="0">
                  <a:solidFill>
                    <a:schemeClr val="tx2"/>
                  </a:solidFill>
                  <a:cs typeface="Times New Roman" panose="02020603050405020304" pitchFamily="18" charset="0"/>
                </a:rPr>
                <a:t>Enforces citation and abstention constraints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72A5400-D019-41F5-A51D-12DCC79CC1AB}"/>
              </a:ext>
            </a:extLst>
          </p:cNvPr>
          <p:cNvSpPr txBox="1"/>
          <p:nvPr/>
        </p:nvSpPr>
        <p:spPr>
          <a:xfrm>
            <a:off x="630121" y="129536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Evidence-grounded RAG system with controllable reliability</a:t>
            </a:r>
          </a:p>
        </p:txBody>
      </p:sp>
    </p:spTree>
    <p:extLst>
      <p:ext uri="{BB962C8B-B14F-4D97-AF65-F5344CB8AC3E}">
        <p14:creationId xmlns:p14="http://schemas.microsoft.com/office/powerpoint/2010/main" val="2608255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630121" y="739624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Methodology (Document Ingestion &amp; Extraction)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A5400-D019-41F5-A51D-12DCC79CC1AB}"/>
              </a:ext>
            </a:extLst>
          </p:cNvPr>
          <p:cNvSpPr txBox="1"/>
          <p:nvPr/>
        </p:nvSpPr>
        <p:spPr>
          <a:xfrm>
            <a:off x="630121" y="129536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Reliable document parsing with structural extraction 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02AC46-A093-434A-B860-3EE7F5C363EA}"/>
              </a:ext>
            </a:extLst>
          </p:cNvPr>
          <p:cNvGrpSpPr/>
          <p:nvPr/>
        </p:nvGrpSpPr>
        <p:grpSpPr>
          <a:xfrm>
            <a:off x="1893136" y="1929956"/>
            <a:ext cx="6900616" cy="982050"/>
            <a:chOff x="1893136" y="2075873"/>
            <a:chExt cx="6900616" cy="98205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8990F31-3579-43D9-98CF-E8138FD423CB}"/>
                </a:ext>
              </a:extLst>
            </p:cNvPr>
            <p:cNvGrpSpPr/>
            <p:nvPr/>
          </p:nvGrpSpPr>
          <p:grpSpPr>
            <a:xfrm>
              <a:off x="1893136" y="2199179"/>
              <a:ext cx="6800850" cy="858744"/>
              <a:chOff x="857250" y="1957964"/>
              <a:chExt cx="4654588" cy="476942"/>
            </a:xfrm>
          </p:grpSpPr>
          <p:sp>
            <p:nvSpPr>
              <p:cNvPr id="12" name="Shape 7">
                <a:extLst>
                  <a:ext uri="{FF2B5EF4-FFF2-40B4-BE49-F238E27FC236}">
                    <a16:creationId xmlns:a16="http://schemas.microsoft.com/office/drawing/2014/main" id="{50D1638D-D774-410B-8844-B4C71560F3FD}"/>
                  </a:ext>
                </a:extLst>
              </p:cNvPr>
              <p:cNvSpPr/>
              <p:nvPr/>
            </p:nvSpPr>
            <p:spPr>
              <a:xfrm>
                <a:off x="857250" y="1957964"/>
                <a:ext cx="4654588" cy="476942"/>
              </a:xfrm>
              <a:prstGeom prst="roundRect">
                <a:avLst>
                  <a:gd name="adj" fmla="val 4348"/>
                </a:avLst>
              </a:prstGeom>
              <a:solidFill>
                <a:srgbClr val="EAF1FF"/>
              </a:solidFill>
              <a:ln w="12700">
                <a:solidFill>
                  <a:srgbClr val="C9D5E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 9">
                <a:extLst>
                  <a:ext uri="{FF2B5EF4-FFF2-40B4-BE49-F238E27FC236}">
                    <a16:creationId xmlns:a16="http://schemas.microsoft.com/office/drawing/2014/main" id="{3CB6F065-928E-4638-A5BD-2AD1F7C9AAF9}"/>
                  </a:ext>
                </a:extLst>
              </p:cNvPr>
              <p:cNvSpPr/>
              <p:nvPr/>
            </p:nvSpPr>
            <p:spPr>
              <a:xfrm>
                <a:off x="925531" y="2019617"/>
                <a:ext cx="4518025" cy="3536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Documents are assigned deterministic IDs using SHA256 hashing to ensure reproducibility and deduplication.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5E7B15F-DA8E-4FDF-9F71-14E4F140380B}"/>
                </a:ext>
              </a:extLst>
            </p:cNvPr>
            <p:cNvGrpSpPr/>
            <p:nvPr/>
          </p:nvGrpSpPr>
          <p:grpSpPr>
            <a:xfrm>
              <a:off x="1992902" y="2075873"/>
              <a:ext cx="6800850" cy="858744"/>
              <a:chOff x="857250" y="1957964"/>
              <a:chExt cx="4654588" cy="476942"/>
            </a:xfrm>
            <a:solidFill>
              <a:schemeClr val="bg1"/>
            </a:solidFill>
          </p:grpSpPr>
          <p:sp>
            <p:nvSpPr>
              <p:cNvPr id="24" name="Shape 7">
                <a:extLst>
                  <a:ext uri="{FF2B5EF4-FFF2-40B4-BE49-F238E27FC236}">
                    <a16:creationId xmlns:a16="http://schemas.microsoft.com/office/drawing/2014/main" id="{EA2910AD-24B5-4335-8511-733F0EC870B9}"/>
                  </a:ext>
                </a:extLst>
              </p:cNvPr>
              <p:cNvSpPr/>
              <p:nvPr/>
            </p:nvSpPr>
            <p:spPr>
              <a:xfrm>
                <a:off x="857250" y="1957964"/>
                <a:ext cx="4654588" cy="476942"/>
              </a:xfrm>
              <a:prstGeom prst="roundRect">
                <a:avLst>
                  <a:gd name="adj" fmla="val 4348"/>
                </a:avLst>
              </a:prstGeom>
              <a:grpFill/>
              <a:ln w="12700">
                <a:solidFill>
                  <a:srgbClr val="C9D5E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 9">
                <a:extLst>
                  <a:ext uri="{FF2B5EF4-FFF2-40B4-BE49-F238E27FC236}">
                    <a16:creationId xmlns:a16="http://schemas.microsoft.com/office/drawing/2014/main" id="{3525AFFC-78C2-46D1-B960-BAC12D83E009}"/>
                  </a:ext>
                </a:extLst>
              </p:cNvPr>
              <p:cNvSpPr/>
              <p:nvPr/>
            </p:nvSpPr>
            <p:spPr>
              <a:xfrm>
                <a:off x="925531" y="2019617"/>
                <a:ext cx="4518025" cy="353636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Documents are assigned deterministic IDs using SHA256 hashing to ensure reproducibility and deduplication.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384D41A-F542-4178-BB50-FF500F0A66CB}"/>
              </a:ext>
            </a:extLst>
          </p:cNvPr>
          <p:cNvGrpSpPr/>
          <p:nvPr/>
        </p:nvGrpSpPr>
        <p:grpSpPr>
          <a:xfrm>
            <a:off x="1893136" y="3106161"/>
            <a:ext cx="6900616" cy="982050"/>
            <a:chOff x="1893136" y="2075873"/>
            <a:chExt cx="6900616" cy="98205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818A2B8-076E-4F9D-B989-D5062422B537}"/>
                </a:ext>
              </a:extLst>
            </p:cNvPr>
            <p:cNvGrpSpPr/>
            <p:nvPr/>
          </p:nvGrpSpPr>
          <p:grpSpPr>
            <a:xfrm>
              <a:off x="1893136" y="2199179"/>
              <a:ext cx="6800850" cy="858744"/>
              <a:chOff x="857250" y="1957964"/>
              <a:chExt cx="4654588" cy="476942"/>
            </a:xfrm>
          </p:grpSpPr>
          <p:sp>
            <p:nvSpPr>
              <p:cNvPr id="31" name="Shape 7">
                <a:extLst>
                  <a:ext uri="{FF2B5EF4-FFF2-40B4-BE49-F238E27FC236}">
                    <a16:creationId xmlns:a16="http://schemas.microsoft.com/office/drawing/2014/main" id="{1AC0527D-96A5-4FC0-9680-294261A8F50A}"/>
                  </a:ext>
                </a:extLst>
              </p:cNvPr>
              <p:cNvSpPr/>
              <p:nvPr/>
            </p:nvSpPr>
            <p:spPr>
              <a:xfrm>
                <a:off x="857250" y="1957964"/>
                <a:ext cx="4654588" cy="476942"/>
              </a:xfrm>
              <a:prstGeom prst="roundRect">
                <a:avLst>
                  <a:gd name="adj" fmla="val 4348"/>
                </a:avLst>
              </a:prstGeom>
              <a:solidFill>
                <a:srgbClr val="EAF1FF"/>
              </a:solidFill>
              <a:ln w="12700">
                <a:solidFill>
                  <a:srgbClr val="C9D5E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 9">
                <a:extLst>
                  <a:ext uri="{FF2B5EF4-FFF2-40B4-BE49-F238E27FC236}">
                    <a16:creationId xmlns:a16="http://schemas.microsoft.com/office/drawing/2014/main" id="{E2102F58-645A-4F2B-A7D5-B4016DC5E222}"/>
                  </a:ext>
                </a:extLst>
              </p:cNvPr>
              <p:cNvSpPr/>
              <p:nvPr/>
            </p:nvSpPr>
            <p:spPr>
              <a:xfrm>
                <a:off x="925531" y="2019617"/>
                <a:ext cx="4518025" cy="3536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Documents are assigned deterministic IDs using SHA256 hashing to ensure reproducibility and deduplication.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AE279EB-950A-4E96-A244-3FB2789E215B}"/>
                </a:ext>
              </a:extLst>
            </p:cNvPr>
            <p:cNvGrpSpPr/>
            <p:nvPr/>
          </p:nvGrpSpPr>
          <p:grpSpPr>
            <a:xfrm>
              <a:off x="1992902" y="2075873"/>
              <a:ext cx="6800850" cy="858744"/>
              <a:chOff x="857250" y="1957964"/>
              <a:chExt cx="4654588" cy="476942"/>
            </a:xfrm>
            <a:solidFill>
              <a:schemeClr val="bg1"/>
            </a:solidFill>
          </p:grpSpPr>
          <p:sp>
            <p:nvSpPr>
              <p:cNvPr id="29" name="Shape 7">
                <a:extLst>
                  <a:ext uri="{FF2B5EF4-FFF2-40B4-BE49-F238E27FC236}">
                    <a16:creationId xmlns:a16="http://schemas.microsoft.com/office/drawing/2014/main" id="{D6360CF3-7FED-4BAD-9129-7F7F9C3B4739}"/>
                  </a:ext>
                </a:extLst>
              </p:cNvPr>
              <p:cNvSpPr/>
              <p:nvPr/>
            </p:nvSpPr>
            <p:spPr>
              <a:xfrm>
                <a:off x="857250" y="1957964"/>
                <a:ext cx="4654588" cy="476942"/>
              </a:xfrm>
              <a:prstGeom prst="roundRect">
                <a:avLst>
                  <a:gd name="adj" fmla="val 4348"/>
                </a:avLst>
              </a:prstGeom>
              <a:grpFill/>
              <a:ln w="12700">
                <a:solidFill>
                  <a:srgbClr val="C9D5E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 9">
                <a:extLst>
                  <a:ext uri="{FF2B5EF4-FFF2-40B4-BE49-F238E27FC236}">
                    <a16:creationId xmlns:a16="http://schemas.microsoft.com/office/drawing/2014/main" id="{5797AC4D-A4B0-4D41-81FA-90DA0CC8FCC7}"/>
                  </a:ext>
                </a:extLst>
              </p:cNvPr>
              <p:cNvSpPr/>
              <p:nvPr/>
            </p:nvSpPr>
            <p:spPr>
              <a:xfrm>
                <a:off x="925531" y="2019617"/>
                <a:ext cx="4518025" cy="353636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PDFs are processed using native parsing with OCR fallback for complex layouts.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8F32343-095B-4E33-9433-760AA0CABAA2}"/>
              </a:ext>
            </a:extLst>
          </p:cNvPr>
          <p:cNvGrpSpPr/>
          <p:nvPr/>
        </p:nvGrpSpPr>
        <p:grpSpPr>
          <a:xfrm>
            <a:off x="1893136" y="4260157"/>
            <a:ext cx="6900616" cy="982050"/>
            <a:chOff x="1893136" y="2075873"/>
            <a:chExt cx="6900616" cy="98205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0C4BE57-EBD0-4E00-A0EC-320FE6765D95}"/>
                </a:ext>
              </a:extLst>
            </p:cNvPr>
            <p:cNvGrpSpPr/>
            <p:nvPr/>
          </p:nvGrpSpPr>
          <p:grpSpPr>
            <a:xfrm>
              <a:off x="1893136" y="2199179"/>
              <a:ext cx="6800850" cy="858744"/>
              <a:chOff x="857250" y="1957964"/>
              <a:chExt cx="4654588" cy="476942"/>
            </a:xfrm>
          </p:grpSpPr>
          <p:sp>
            <p:nvSpPr>
              <p:cNvPr id="38" name="Shape 7">
                <a:extLst>
                  <a:ext uri="{FF2B5EF4-FFF2-40B4-BE49-F238E27FC236}">
                    <a16:creationId xmlns:a16="http://schemas.microsoft.com/office/drawing/2014/main" id="{BCC14037-5BB7-4960-88B2-200AC91D335A}"/>
                  </a:ext>
                </a:extLst>
              </p:cNvPr>
              <p:cNvSpPr/>
              <p:nvPr/>
            </p:nvSpPr>
            <p:spPr>
              <a:xfrm>
                <a:off x="857250" y="1957964"/>
                <a:ext cx="4654588" cy="476942"/>
              </a:xfrm>
              <a:prstGeom prst="roundRect">
                <a:avLst>
                  <a:gd name="adj" fmla="val 4348"/>
                </a:avLst>
              </a:prstGeom>
              <a:solidFill>
                <a:srgbClr val="EAF1FF"/>
              </a:solidFill>
              <a:ln w="12700">
                <a:solidFill>
                  <a:srgbClr val="C9D5E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 9">
                <a:extLst>
                  <a:ext uri="{FF2B5EF4-FFF2-40B4-BE49-F238E27FC236}">
                    <a16:creationId xmlns:a16="http://schemas.microsoft.com/office/drawing/2014/main" id="{6CEB5059-B1D1-4351-8551-BB2353E507F1}"/>
                  </a:ext>
                </a:extLst>
              </p:cNvPr>
              <p:cNvSpPr/>
              <p:nvPr/>
            </p:nvSpPr>
            <p:spPr>
              <a:xfrm>
                <a:off x="925531" y="2019617"/>
                <a:ext cx="4518025" cy="3536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Documents are assigned deterministic IDs using SHA256 hashing to ensure reproducibility and deduplication.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D9DD1EC-D3BF-47C5-A511-52AF9E97B7C0}"/>
                </a:ext>
              </a:extLst>
            </p:cNvPr>
            <p:cNvGrpSpPr/>
            <p:nvPr/>
          </p:nvGrpSpPr>
          <p:grpSpPr>
            <a:xfrm>
              <a:off x="1992902" y="2075873"/>
              <a:ext cx="6800850" cy="858744"/>
              <a:chOff x="857250" y="1957964"/>
              <a:chExt cx="4654588" cy="476942"/>
            </a:xfrm>
            <a:solidFill>
              <a:schemeClr val="bg1"/>
            </a:solidFill>
          </p:grpSpPr>
          <p:sp>
            <p:nvSpPr>
              <p:cNvPr id="36" name="Shape 7">
                <a:extLst>
                  <a:ext uri="{FF2B5EF4-FFF2-40B4-BE49-F238E27FC236}">
                    <a16:creationId xmlns:a16="http://schemas.microsoft.com/office/drawing/2014/main" id="{4169D404-4DBE-4525-8F76-B86F2F719FCE}"/>
                  </a:ext>
                </a:extLst>
              </p:cNvPr>
              <p:cNvSpPr/>
              <p:nvPr/>
            </p:nvSpPr>
            <p:spPr>
              <a:xfrm>
                <a:off x="857250" y="1957964"/>
                <a:ext cx="4654588" cy="476942"/>
              </a:xfrm>
              <a:prstGeom prst="roundRect">
                <a:avLst>
                  <a:gd name="adj" fmla="val 4348"/>
                </a:avLst>
              </a:prstGeom>
              <a:grpFill/>
              <a:ln w="12700">
                <a:solidFill>
                  <a:srgbClr val="C9D5E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 9">
                <a:extLst>
                  <a:ext uri="{FF2B5EF4-FFF2-40B4-BE49-F238E27FC236}">
                    <a16:creationId xmlns:a16="http://schemas.microsoft.com/office/drawing/2014/main" id="{07E3E4B3-FC18-4537-A0E2-3897AE44DC4C}"/>
                  </a:ext>
                </a:extLst>
              </p:cNvPr>
              <p:cNvSpPr/>
              <p:nvPr/>
            </p:nvSpPr>
            <p:spPr>
              <a:xfrm>
                <a:off x="925531" y="2019617"/>
                <a:ext cx="4518025" cy="353636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DOCX files are converted into structured text while preserving document hierarchy.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36330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630121" y="1002735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Methodology (Cleaning &amp; Chunking)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A5400-D019-41F5-A51D-12DCC79CC1AB}"/>
              </a:ext>
            </a:extLst>
          </p:cNvPr>
          <p:cNvSpPr txBox="1"/>
          <p:nvPr/>
        </p:nvSpPr>
        <p:spPr>
          <a:xfrm>
            <a:off x="630121" y="159026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Structure-aware text preprocessing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02AC46-A093-434A-B860-3EE7F5C363EA}"/>
              </a:ext>
            </a:extLst>
          </p:cNvPr>
          <p:cNvGrpSpPr/>
          <p:nvPr/>
        </p:nvGrpSpPr>
        <p:grpSpPr>
          <a:xfrm>
            <a:off x="1026077" y="2063119"/>
            <a:ext cx="3235915" cy="3204621"/>
            <a:chOff x="1893136" y="2139280"/>
            <a:chExt cx="7070040" cy="918643"/>
          </a:xfrm>
          <a:solidFill>
            <a:schemeClr val="accent1">
              <a:lumMod val="20000"/>
              <a:lumOff val="80000"/>
            </a:schemeClr>
          </a:soli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8990F31-3579-43D9-98CF-E8138FD423CB}"/>
                </a:ext>
              </a:extLst>
            </p:cNvPr>
            <p:cNvGrpSpPr/>
            <p:nvPr/>
          </p:nvGrpSpPr>
          <p:grpSpPr>
            <a:xfrm>
              <a:off x="1893136" y="2199179"/>
              <a:ext cx="6800850" cy="858744"/>
              <a:chOff x="857250" y="1957964"/>
              <a:chExt cx="4654588" cy="476942"/>
            </a:xfrm>
            <a:grpFill/>
          </p:grpSpPr>
          <p:sp>
            <p:nvSpPr>
              <p:cNvPr id="12" name="Shape 7">
                <a:extLst>
                  <a:ext uri="{FF2B5EF4-FFF2-40B4-BE49-F238E27FC236}">
                    <a16:creationId xmlns:a16="http://schemas.microsoft.com/office/drawing/2014/main" id="{50D1638D-D774-410B-8844-B4C71560F3FD}"/>
                  </a:ext>
                </a:extLst>
              </p:cNvPr>
              <p:cNvSpPr/>
              <p:nvPr/>
            </p:nvSpPr>
            <p:spPr>
              <a:xfrm>
                <a:off x="857250" y="1957964"/>
                <a:ext cx="4654588" cy="476942"/>
              </a:xfrm>
              <a:prstGeom prst="roundRect">
                <a:avLst>
                  <a:gd name="adj" fmla="val 4348"/>
                </a:avLst>
              </a:prstGeom>
              <a:grpFill/>
              <a:ln w="12700">
                <a:solidFill>
                  <a:srgbClr val="C9D5E5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Text 9">
                <a:extLst>
                  <a:ext uri="{FF2B5EF4-FFF2-40B4-BE49-F238E27FC236}">
                    <a16:creationId xmlns:a16="http://schemas.microsoft.com/office/drawing/2014/main" id="{3CB6F065-928E-4638-A5BD-2AD1F7C9AAF9}"/>
                  </a:ext>
                </a:extLst>
              </p:cNvPr>
              <p:cNvSpPr/>
              <p:nvPr/>
            </p:nvSpPr>
            <p:spPr>
              <a:xfrm>
                <a:off x="925531" y="2019617"/>
                <a:ext cx="4518025" cy="353636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Documents are assigned deterministic IDs using SHA256 hashing to ensure reproducibility and deduplication.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5E7B15F-DA8E-4FDF-9F71-14E4F140380B}"/>
                </a:ext>
              </a:extLst>
            </p:cNvPr>
            <p:cNvGrpSpPr/>
            <p:nvPr/>
          </p:nvGrpSpPr>
          <p:grpSpPr>
            <a:xfrm>
              <a:off x="2162326" y="2139280"/>
              <a:ext cx="6800850" cy="858744"/>
              <a:chOff x="973206" y="1993179"/>
              <a:chExt cx="4654588" cy="476942"/>
            </a:xfrm>
            <a:grpFill/>
          </p:grpSpPr>
          <p:sp>
            <p:nvSpPr>
              <p:cNvPr id="24" name="Shape 7">
                <a:extLst>
                  <a:ext uri="{FF2B5EF4-FFF2-40B4-BE49-F238E27FC236}">
                    <a16:creationId xmlns:a16="http://schemas.microsoft.com/office/drawing/2014/main" id="{EA2910AD-24B5-4335-8511-733F0EC870B9}"/>
                  </a:ext>
                </a:extLst>
              </p:cNvPr>
              <p:cNvSpPr/>
              <p:nvPr/>
            </p:nvSpPr>
            <p:spPr>
              <a:xfrm>
                <a:off x="973206" y="1993179"/>
                <a:ext cx="4654588" cy="476942"/>
              </a:xfrm>
              <a:prstGeom prst="roundRect">
                <a:avLst>
                  <a:gd name="adj" fmla="val 4348"/>
                </a:avLst>
              </a:prstGeom>
              <a:solidFill>
                <a:schemeClr val="bg1"/>
              </a:solidFill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 9">
                <a:extLst>
                  <a:ext uri="{FF2B5EF4-FFF2-40B4-BE49-F238E27FC236}">
                    <a16:creationId xmlns:a16="http://schemas.microsoft.com/office/drawing/2014/main" id="{3525AFFC-78C2-46D1-B960-BAC12D83E009}"/>
                  </a:ext>
                </a:extLst>
              </p:cNvPr>
              <p:cNvSpPr/>
              <p:nvPr/>
            </p:nvSpPr>
            <p:spPr>
              <a:xfrm>
                <a:off x="1125630" y="2019617"/>
                <a:ext cx="4249647" cy="422119"/>
              </a:xfrm>
              <a:prstGeom prst="rect">
                <a:avLst/>
              </a:prstGeom>
              <a:solidFill>
                <a:schemeClr val="bg1"/>
              </a:solidFill>
              <a:ln/>
            </p:spPr>
            <p:txBody>
              <a:bodyPr wrap="square" rtlCol="0" anchor="ctr"/>
              <a:lstStyle/>
              <a:p>
                <a:r>
                  <a:rPr lang="en-US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Text is normalized to improve embedding quality while preserving original text for citation.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D8729A8-887B-4CC7-8713-A43EBED73EDC}"/>
              </a:ext>
            </a:extLst>
          </p:cNvPr>
          <p:cNvGrpSpPr/>
          <p:nvPr/>
        </p:nvGrpSpPr>
        <p:grpSpPr>
          <a:xfrm>
            <a:off x="4700998" y="2063119"/>
            <a:ext cx="3321022" cy="3204621"/>
            <a:chOff x="1893136" y="2139280"/>
            <a:chExt cx="7070040" cy="918643"/>
          </a:xfrm>
          <a:solidFill>
            <a:schemeClr val="accent1">
              <a:lumMod val="20000"/>
              <a:lumOff val="80000"/>
            </a:schemeClr>
          </a:solidFill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E8A922E-716F-4881-8FBB-C35C03495109}"/>
                </a:ext>
              </a:extLst>
            </p:cNvPr>
            <p:cNvGrpSpPr/>
            <p:nvPr/>
          </p:nvGrpSpPr>
          <p:grpSpPr>
            <a:xfrm>
              <a:off x="1893136" y="2199179"/>
              <a:ext cx="6800850" cy="858744"/>
              <a:chOff x="857250" y="1957964"/>
              <a:chExt cx="4654588" cy="476942"/>
            </a:xfrm>
            <a:grpFill/>
          </p:grpSpPr>
          <p:sp>
            <p:nvSpPr>
              <p:cNvPr id="45" name="Shape 7">
                <a:extLst>
                  <a:ext uri="{FF2B5EF4-FFF2-40B4-BE49-F238E27FC236}">
                    <a16:creationId xmlns:a16="http://schemas.microsoft.com/office/drawing/2014/main" id="{0CCA8FB6-00FE-4261-BC66-FFA8D4CD6103}"/>
                  </a:ext>
                </a:extLst>
              </p:cNvPr>
              <p:cNvSpPr/>
              <p:nvPr/>
            </p:nvSpPr>
            <p:spPr>
              <a:xfrm>
                <a:off x="857250" y="1957964"/>
                <a:ext cx="4654588" cy="476942"/>
              </a:xfrm>
              <a:prstGeom prst="roundRect">
                <a:avLst>
                  <a:gd name="adj" fmla="val 4348"/>
                </a:avLst>
              </a:prstGeom>
              <a:grpFill/>
              <a:ln w="12700">
                <a:solidFill>
                  <a:srgbClr val="C9D5E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 9">
                <a:extLst>
                  <a:ext uri="{FF2B5EF4-FFF2-40B4-BE49-F238E27FC236}">
                    <a16:creationId xmlns:a16="http://schemas.microsoft.com/office/drawing/2014/main" id="{E1D3FE71-BAAC-431C-A689-7A1043CC5ACC}"/>
                  </a:ext>
                </a:extLst>
              </p:cNvPr>
              <p:cNvSpPr/>
              <p:nvPr/>
            </p:nvSpPr>
            <p:spPr>
              <a:xfrm>
                <a:off x="925531" y="2019617"/>
                <a:ext cx="4518025" cy="353636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Documents are assigned deterministic IDs using SHA256 hashing to ensure reproducibility and deduplication.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90B1288-632A-4370-B112-E2DBC2ECB41D}"/>
                </a:ext>
              </a:extLst>
            </p:cNvPr>
            <p:cNvGrpSpPr/>
            <p:nvPr/>
          </p:nvGrpSpPr>
          <p:grpSpPr>
            <a:xfrm>
              <a:off x="2162326" y="2139280"/>
              <a:ext cx="6800850" cy="858744"/>
              <a:chOff x="973206" y="1993179"/>
              <a:chExt cx="4654588" cy="476942"/>
            </a:xfrm>
            <a:grpFill/>
          </p:grpSpPr>
          <p:sp>
            <p:nvSpPr>
              <p:cNvPr id="43" name="Shape 7">
                <a:extLst>
                  <a:ext uri="{FF2B5EF4-FFF2-40B4-BE49-F238E27FC236}">
                    <a16:creationId xmlns:a16="http://schemas.microsoft.com/office/drawing/2014/main" id="{C3E7A640-4D7D-4419-8EB1-02497A4434DF}"/>
                  </a:ext>
                </a:extLst>
              </p:cNvPr>
              <p:cNvSpPr/>
              <p:nvPr/>
            </p:nvSpPr>
            <p:spPr>
              <a:xfrm>
                <a:off x="973206" y="1993179"/>
                <a:ext cx="4654588" cy="476942"/>
              </a:xfrm>
              <a:prstGeom prst="roundRect">
                <a:avLst>
                  <a:gd name="adj" fmla="val 4348"/>
                </a:avLst>
              </a:prstGeom>
              <a:solidFill>
                <a:schemeClr val="bg1"/>
              </a:solidFill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 9">
                <a:extLst>
                  <a:ext uri="{FF2B5EF4-FFF2-40B4-BE49-F238E27FC236}">
                    <a16:creationId xmlns:a16="http://schemas.microsoft.com/office/drawing/2014/main" id="{32666759-407A-4AD5-AF37-555AB266DAA6}"/>
                  </a:ext>
                </a:extLst>
              </p:cNvPr>
              <p:cNvSpPr/>
              <p:nvPr/>
            </p:nvSpPr>
            <p:spPr>
              <a:xfrm>
                <a:off x="1125630" y="2019617"/>
                <a:ext cx="4249647" cy="422119"/>
              </a:xfrm>
              <a:prstGeom prst="rect">
                <a:avLst/>
              </a:prstGeom>
              <a:solidFill>
                <a:schemeClr val="bg1"/>
              </a:solidFill>
              <a:ln/>
            </p:spPr>
            <p:txBody>
              <a:bodyPr wrap="square" rtlCol="0" anchor="ctr"/>
              <a:lstStyle/>
              <a:p>
                <a:r>
                  <a:rPr lang="en-US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Documents are split using structure-aware chunking instead of fixed-size windows.</a:t>
                </a:r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71E4864-8B89-40C2-80A0-088AF83C41C0}"/>
              </a:ext>
            </a:extLst>
          </p:cNvPr>
          <p:cNvGrpSpPr/>
          <p:nvPr/>
        </p:nvGrpSpPr>
        <p:grpSpPr>
          <a:xfrm>
            <a:off x="8334579" y="2073424"/>
            <a:ext cx="3235915" cy="3105930"/>
            <a:chOff x="1893136" y="2139280"/>
            <a:chExt cx="7070040" cy="918643"/>
          </a:xfrm>
          <a:solidFill>
            <a:schemeClr val="accent1">
              <a:lumMod val="20000"/>
              <a:lumOff val="80000"/>
            </a:schemeClr>
          </a:solidFill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C09CB4D-9132-49E2-A4FE-ECFAB85BD9ED}"/>
                </a:ext>
              </a:extLst>
            </p:cNvPr>
            <p:cNvGrpSpPr/>
            <p:nvPr/>
          </p:nvGrpSpPr>
          <p:grpSpPr>
            <a:xfrm>
              <a:off x="1893136" y="2199179"/>
              <a:ext cx="6800850" cy="858744"/>
              <a:chOff x="857250" y="1957964"/>
              <a:chExt cx="4654588" cy="476942"/>
            </a:xfrm>
            <a:grpFill/>
          </p:grpSpPr>
          <p:sp>
            <p:nvSpPr>
              <p:cNvPr id="52" name="Shape 7">
                <a:extLst>
                  <a:ext uri="{FF2B5EF4-FFF2-40B4-BE49-F238E27FC236}">
                    <a16:creationId xmlns:a16="http://schemas.microsoft.com/office/drawing/2014/main" id="{D943F2DD-AACF-4BEB-BA48-313AF4E92991}"/>
                  </a:ext>
                </a:extLst>
              </p:cNvPr>
              <p:cNvSpPr/>
              <p:nvPr/>
            </p:nvSpPr>
            <p:spPr>
              <a:xfrm>
                <a:off x="857250" y="1957964"/>
                <a:ext cx="4654588" cy="476942"/>
              </a:xfrm>
              <a:prstGeom prst="roundRect">
                <a:avLst>
                  <a:gd name="adj" fmla="val 4348"/>
                </a:avLst>
              </a:prstGeom>
              <a:grpFill/>
              <a:ln w="12700">
                <a:solidFill>
                  <a:srgbClr val="C9D5E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 9">
                <a:extLst>
                  <a:ext uri="{FF2B5EF4-FFF2-40B4-BE49-F238E27FC236}">
                    <a16:creationId xmlns:a16="http://schemas.microsoft.com/office/drawing/2014/main" id="{2E53587B-B15C-44F4-816E-DCFB4BAD0806}"/>
                  </a:ext>
                </a:extLst>
              </p:cNvPr>
              <p:cNvSpPr/>
              <p:nvPr/>
            </p:nvSpPr>
            <p:spPr>
              <a:xfrm>
                <a:off x="925531" y="2019617"/>
                <a:ext cx="4518025" cy="353636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Documents are assigned deterministic IDs using SHA256 hashing to ensure reproducibility and deduplication.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BDC4CB3-3D94-43EE-8F9F-AF90325C8DC6}"/>
                </a:ext>
              </a:extLst>
            </p:cNvPr>
            <p:cNvGrpSpPr/>
            <p:nvPr/>
          </p:nvGrpSpPr>
          <p:grpSpPr>
            <a:xfrm>
              <a:off x="2162326" y="2139280"/>
              <a:ext cx="6800850" cy="858744"/>
              <a:chOff x="973206" y="1993179"/>
              <a:chExt cx="4654588" cy="476942"/>
            </a:xfrm>
            <a:grpFill/>
          </p:grpSpPr>
          <p:sp>
            <p:nvSpPr>
              <p:cNvPr id="50" name="Shape 7">
                <a:extLst>
                  <a:ext uri="{FF2B5EF4-FFF2-40B4-BE49-F238E27FC236}">
                    <a16:creationId xmlns:a16="http://schemas.microsoft.com/office/drawing/2014/main" id="{5CE217F8-712C-488E-ACC0-AA55AF6E10DD}"/>
                  </a:ext>
                </a:extLst>
              </p:cNvPr>
              <p:cNvSpPr/>
              <p:nvPr/>
            </p:nvSpPr>
            <p:spPr>
              <a:xfrm>
                <a:off x="973206" y="1993179"/>
                <a:ext cx="4654588" cy="476942"/>
              </a:xfrm>
              <a:prstGeom prst="roundRect">
                <a:avLst>
                  <a:gd name="adj" fmla="val 4348"/>
                </a:avLst>
              </a:prstGeom>
              <a:solidFill>
                <a:schemeClr val="bg1"/>
              </a:solidFill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 9">
                <a:extLst>
                  <a:ext uri="{FF2B5EF4-FFF2-40B4-BE49-F238E27FC236}">
                    <a16:creationId xmlns:a16="http://schemas.microsoft.com/office/drawing/2014/main" id="{62CDFFEA-45B5-41FB-9188-D43D729B2898}"/>
                  </a:ext>
                </a:extLst>
              </p:cNvPr>
              <p:cNvSpPr/>
              <p:nvPr/>
            </p:nvSpPr>
            <p:spPr>
              <a:xfrm>
                <a:off x="1125630" y="2019617"/>
                <a:ext cx="4249647" cy="422119"/>
              </a:xfrm>
              <a:prstGeom prst="rect">
                <a:avLst/>
              </a:prstGeom>
              <a:solidFill>
                <a:schemeClr val="bg1"/>
              </a:solidFill>
              <a:ln/>
            </p:spPr>
            <p:txBody>
              <a:bodyPr wrap="square" rtlCol="0" anchor="ctr"/>
              <a:lstStyle/>
              <a:p>
                <a:r>
                  <a:rPr lang="en-US" b="1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Chunks retain metadata including section path, page number, and character offsets.</a:t>
                </a:r>
              </a:p>
              <a:p>
                <a:endParaRPr lang="en-US" b="1" dirty="0">
                  <a:solidFill>
                    <a:schemeClr val="tx2"/>
                  </a:solidFill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BEFD77A-AE0C-4E74-A4DB-AFF6E858AE3E}"/>
              </a:ext>
            </a:extLst>
          </p:cNvPr>
          <p:cNvGrpSpPr/>
          <p:nvPr/>
        </p:nvGrpSpPr>
        <p:grpSpPr>
          <a:xfrm>
            <a:off x="8703776" y="3997397"/>
            <a:ext cx="1843830" cy="340398"/>
            <a:chOff x="1659635" y="1367028"/>
            <a:chExt cx="4737027" cy="992124"/>
          </a:xfrm>
        </p:grpSpPr>
        <p:sp>
          <p:nvSpPr>
            <p:cNvPr id="57" name="Shape 5">
              <a:extLst>
                <a:ext uri="{FF2B5EF4-FFF2-40B4-BE49-F238E27FC236}">
                  <a16:creationId xmlns:a16="http://schemas.microsoft.com/office/drawing/2014/main" id="{561C2C7B-5B7F-4F9A-B05E-34B6136D1A5D}"/>
                </a:ext>
              </a:extLst>
            </p:cNvPr>
            <p:cNvSpPr/>
            <p:nvPr/>
          </p:nvSpPr>
          <p:spPr>
            <a:xfrm>
              <a:off x="1659635" y="1367028"/>
              <a:ext cx="4105898" cy="992124"/>
            </a:xfrm>
            <a:prstGeom prst="roundRect">
              <a:avLst>
                <a:gd name="adj" fmla="val 8929"/>
              </a:avLst>
            </a:prstGeom>
            <a:solidFill>
              <a:srgbClr val="DDEAFE"/>
            </a:solidFill>
            <a:ln w="12700">
              <a:solidFill>
                <a:srgbClr val="C9D5E5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5ABB348-FC19-4D39-9407-CE8ED2E61882}"/>
                </a:ext>
              </a:extLst>
            </p:cNvPr>
            <p:cNvSpPr txBox="1"/>
            <p:nvPr/>
          </p:nvSpPr>
          <p:spPr>
            <a:xfrm>
              <a:off x="1754395" y="1467235"/>
              <a:ext cx="4642267" cy="762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chemeClr val="tx2"/>
                  </a:solidFill>
                  <a:cs typeface="Times New Roman" panose="02020603050405020304" pitchFamily="18" charset="0"/>
                </a:rPr>
                <a:t>1200 – 2200 chars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E4532FC-E218-443F-8A3C-074A33EEBF16}"/>
              </a:ext>
            </a:extLst>
          </p:cNvPr>
          <p:cNvGrpSpPr/>
          <p:nvPr/>
        </p:nvGrpSpPr>
        <p:grpSpPr>
          <a:xfrm>
            <a:off x="8719858" y="4406492"/>
            <a:ext cx="1881467" cy="340398"/>
            <a:chOff x="1659635" y="1367028"/>
            <a:chExt cx="4737027" cy="992124"/>
          </a:xfrm>
        </p:grpSpPr>
        <p:sp>
          <p:nvSpPr>
            <p:cNvPr id="60" name="Shape 5">
              <a:extLst>
                <a:ext uri="{FF2B5EF4-FFF2-40B4-BE49-F238E27FC236}">
                  <a16:creationId xmlns:a16="http://schemas.microsoft.com/office/drawing/2014/main" id="{2292F6BD-13DB-4847-96A9-04481B6179B6}"/>
                </a:ext>
              </a:extLst>
            </p:cNvPr>
            <p:cNvSpPr/>
            <p:nvPr/>
          </p:nvSpPr>
          <p:spPr>
            <a:xfrm>
              <a:off x="1659635" y="1367028"/>
              <a:ext cx="4105898" cy="992124"/>
            </a:xfrm>
            <a:prstGeom prst="roundRect">
              <a:avLst>
                <a:gd name="adj" fmla="val 8929"/>
              </a:avLst>
            </a:prstGeom>
            <a:solidFill>
              <a:srgbClr val="DDEAFE"/>
            </a:solidFill>
            <a:ln w="12700">
              <a:solidFill>
                <a:srgbClr val="C9D5E5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3AFAE01-DAC9-452B-90FE-5B6BD94E4F80}"/>
                </a:ext>
              </a:extLst>
            </p:cNvPr>
            <p:cNvSpPr txBox="1"/>
            <p:nvPr/>
          </p:nvSpPr>
          <p:spPr>
            <a:xfrm>
              <a:off x="1754395" y="1467235"/>
              <a:ext cx="4642267" cy="762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chemeClr val="tx2"/>
                  </a:solidFill>
                  <a:cs typeface="Times New Roman" panose="02020603050405020304" pitchFamily="18" charset="0"/>
                </a:rPr>
                <a:t>~450 chards overlap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5773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630121" y="1002735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Methodology (Embedding &amp; Indexing)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A5400-D019-41F5-A51D-12DCC79CC1AB}"/>
              </a:ext>
            </a:extLst>
          </p:cNvPr>
          <p:cNvSpPr txBox="1"/>
          <p:nvPr/>
        </p:nvSpPr>
        <p:spPr>
          <a:xfrm>
            <a:off x="630121" y="159026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Efficient embedding with cache-aware indexing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FC20516-9364-4781-8667-4F9E8D75EA76}"/>
              </a:ext>
            </a:extLst>
          </p:cNvPr>
          <p:cNvGrpSpPr/>
          <p:nvPr/>
        </p:nvGrpSpPr>
        <p:grpSpPr>
          <a:xfrm>
            <a:off x="7051970" y="2149288"/>
            <a:ext cx="3051700" cy="2993437"/>
            <a:chOff x="7411618" y="1973656"/>
            <a:chExt cx="3051700" cy="299343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19E8652-EDD0-46A4-9EB1-C3CD9A560C55}"/>
                </a:ext>
              </a:extLst>
            </p:cNvPr>
            <p:cNvSpPr/>
            <p:nvPr/>
          </p:nvSpPr>
          <p:spPr>
            <a:xfrm>
              <a:off x="7740713" y="2247522"/>
              <a:ext cx="2372008" cy="2362955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47335A2-AC76-4F53-98EF-BB81E42F2BB3}"/>
                </a:ext>
              </a:extLst>
            </p:cNvPr>
            <p:cNvGrpSpPr/>
            <p:nvPr/>
          </p:nvGrpSpPr>
          <p:grpSpPr>
            <a:xfrm>
              <a:off x="8504599" y="1973656"/>
              <a:ext cx="844235" cy="713232"/>
              <a:chOff x="8504599" y="1973656"/>
              <a:chExt cx="844235" cy="713232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4B667D6-AA23-44F8-B5F6-C8ED34308D88}"/>
                  </a:ext>
                </a:extLst>
              </p:cNvPr>
              <p:cNvSpPr/>
              <p:nvPr/>
            </p:nvSpPr>
            <p:spPr>
              <a:xfrm>
                <a:off x="8555524" y="1973656"/>
                <a:ext cx="793309" cy="713232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1DA40D8-9E0B-4371-85D0-2A0E58373275}"/>
                  </a:ext>
                </a:extLst>
              </p:cNvPr>
              <p:cNvSpPr txBox="1"/>
              <p:nvPr/>
            </p:nvSpPr>
            <p:spPr>
              <a:xfrm>
                <a:off x="8504599" y="2130217"/>
                <a:ext cx="8442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2"/>
                    </a:solidFill>
                  </a:rPr>
                  <a:t>Chunk Input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B5F5145-E01D-457F-913E-443C4B593BE1}"/>
                </a:ext>
              </a:extLst>
            </p:cNvPr>
            <p:cNvGrpSpPr/>
            <p:nvPr/>
          </p:nvGrpSpPr>
          <p:grpSpPr>
            <a:xfrm>
              <a:off x="9495272" y="2546557"/>
              <a:ext cx="844235" cy="713232"/>
              <a:chOff x="8504599" y="1973656"/>
              <a:chExt cx="844235" cy="713232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FDDBFB7-0198-4264-9E92-8FBD0C9AB103}"/>
                  </a:ext>
                </a:extLst>
              </p:cNvPr>
              <p:cNvSpPr/>
              <p:nvPr/>
            </p:nvSpPr>
            <p:spPr>
              <a:xfrm>
                <a:off x="8555524" y="1973656"/>
                <a:ext cx="793309" cy="713232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B39BDBF-31A1-4575-8480-993341AE1C72}"/>
                  </a:ext>
                </a:extLst>
              </p:cNvPr>
              <p:cNvSpPr txBox="1"/>
              <p:nvPr/>
            </p:nvSpPr>
            <p:spPr>
              <a:xfrm>
                <a:off x="8504599" y="2130217"/>
                <a:ext cx="844235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2"/>
                    </a:solidFill>
                  </a:rPr>
                  <a:t>Embedding text build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9C82F9E-ABD1-4E51-8606-7A6CBB100EB7}"/>
                </a:ext>
              </a:extLst>
            </p:cNvPr>
            <p:cNvGrpSpPr/>
            <p:nvPr/>
          </p:nvGrpSpPr>
          <p:grpSpPr>
            <a:xfrm>
              <a:off x="9546197" y="3656797"/>
              <a:ext cx="917121" cy="713232"/>
              <a:chOff x="8504599" y="1973656"/>
              <a:chExt cx="917121" cy="713232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F1ECFE6E-B195-4CAC-8B4C-509025A8718A}"/>
                  </a:ext>
                </a:extLst>
              </p:cNvPr>
              <p:cNvSpPr/>
              <p:nvPr/>
            </p:nvSpPr>
            <p:spPr>
              <a:xfrm>
                <a:off x="8555524" y="1973656"/>
                <a:ext cx="793309" cy="713232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042FC2A-DE1D-4FA8-AF92-AE397CEFB050}"/>
                  </a:ext>
                </a:extLst>
              </p:cNvPr>
              <p:cNvSpPr txBox="1"/>
              <p:nvPr/>
            </p:nvSpPr>
            <p:spPr>
              <a:xfrm>
                <a:off x="8504599" y="2130217"/>
                <a:ext cx="9171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2"/>
                    </a:solidFill>
                  </a:rPr>
                  <a:t>Cache Key Generation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CB500DA-59DE-4E0B-ACF0-F17958A2990C}"/>
                </a:ext>
              </a:extLst>
            </p:cNvPr>
            <p:cNvGrpSpPr/>
            <p:nvPr/>
          </p:nvGrpSpPr>
          <p:grpSpPr>
            <a:xfrm>
              <a:off x="8555524" y="4253861"/>
              <a:ext cx="844235" cy="713232"/>
              <a:chOff x="8504599" y="1973656"/>
              <a:chExt cx="844235" cy="713232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FDD4AABB-8738-4FA3-B95D-FB19E60DC812}"/>
                  </a:ext>
                </a:extLst>
              </p:cNvPr>
              <p:cNvSpPr/>
              <p:nvPr/>
            </p:nvSpPr>
            <p:spPr>
              <a:xfrm>
                <a:off x="8555524" y="1973656"/>
                <a:ext cx="793309" cy="713232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E424501-062D-44A2-A21E-CBC46C7C8747}"/>
                  </a:ext>
                </a:extLst>
              </p:cNvPr>
              <p:cNvSpPr txBox="1"/>
              <p:nvPr/>
            </p:nvSpPr>
            <p:spPr>
              <a:xfrm>
                <a:off x="8504599" y="2130217"/>
                <a:ext cx="8442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2"/>
                    </a:solidFill>
                  </a:rPr>
                  <a:t>Cache Lookup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5628E8B-941D-4059-9F0D-A1D41640F914}"/>
                </a:ext>
              </a:extLst>
            </p:cNvPr>
            <p:cNvGrpSpPr/>
            <p:nvPr/>
          </p:nvGrpSpPr>
          <p:grpSpPr>
            <a:xfrm>
              <a:off x="7411618" y="3589966"/>
              <a:ext cx="844235" cy="713232"/>
              <a:chOff x="8504599" y="1973656"/>
              <a:chExt cx="844235" cy="713232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F540C33-F4E9-480B-99A8-236F876A3ECE}"/>
                  </a:ext>
                </a:extLst>
              </p:cNvPr>
              <p:cNvSpPr/>
              <p:nvPr/>
            </p:nvSpPr>
            <p:spPr>
              <a:xfrm>
                <a:off x="8555524" y="1973656"/>
                <a:ext cx="793309" cy="713232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DA9BC33-E760-4790-A303-187734DA15FC}"/>
                  </a:ext>
                </a:extLst>
              </p:cNvPr>
              <p:cNvSpPr txBox="1"/>
              <p:nvPr/>
            </p:nvSpPr>
            <p:spPr>
              <a:xfrm>
                <a:off x="8504599" y="2130217"/>
                <a:ext cx="8442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2"/>
                    </a:solidFill>
                  </a:rPr>
                  <a:t>Model Encoding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BDB6CDB-CA3E-4AFD-974B-A908122CAFF8}"/>
                </a:ext>
              </a:extLst>
            </p:cNvPr>
            <p:cNvGrpSpPr/>
            <p:nvPr/>
          </p:nvGrpSpPr>
          <p:grpSpPr>
            <a:xfrm>
              <a:off x="7433579" y="2590868"/>
              <a:ext cx="844235" cy="713232"/>
              <a:chOff x="8504599" y="1973656"/>
              <a:chExt cx="844235" cy="713232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E14B0C3-14C5-471C-BD0D-8D530C9A4215}"/>
                  </a:ext>
                </a:extLst>
              </p:cNvPr>
              <p:cNvSpPr/>
              <p:nvPr/>
            </p:nvSpPr>
            <p:spPr>
              <a:xfrm>
                <a:off x="8555524" y="1973656"/>
                <a:ext cx="793309" cy="713232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E571892-A86B-4D70-AE8D-C09FE0C3F265}"/>
                  </a:ext>
                </a:extLst>
              </p:cNvPr>
              <p:cNvSpPr txBox="1"/>
              <p:nvPr/>
            </p:nvSpPr>
            <p:spPr>
              <a:xfrm>
                <a:off x="8504599" y="2130217"/>
                <a:ext cx="8442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tx2"/>
                    </a:solidFill>
                  </a:rPr>
                  <a:t>Store &amp; Index</a:t>
                </a:r>
              </a:p>
            </p:txBody>
          </p:sp>
        </p:grpSp>
      </p:grpSp>
      <p:sp>
        <p:nvSpPr>
          <p:cNvPr id="71" name="Shape 5">
            <a:extLst>
              <a:ext uri="{FF2B5EF4-FFF2-40B4-BE49-F238E27FC236}">
                <a16:creationId xmlns:a16="http://schemas.microsoft.com/office/drawing/2014/main" id="{C8B93A59-0A63-4976-AC7E-1E0FF7E40456}"/>
              </a:ext>
            </a:extLst>
          </p:cNvPr>
          <p:cNvSpPr/>
          <p:nvPr/>
        </p:nvSpPr>
        <p:spPr>
          <a:xfrm>
            <a:off x="2086141" y="2168359"/>
            <a:ext cx="3108960" cy="3194478"/>
          </a:xfrm>
          <a:prstGeom prst="roundRect">
            <a:avLst>
              <a:gd name="adj" fmla="val 2353"/>
            </a:avLst>
          </a:prstGeom>
          <a:solidFill>
            <a:srgbClr val="EAF1FF"/>
          </a:solidFill>
          <a:ln w="12700">
            <a:solidFill>
              <a:srgbClr val="C9D5E5"/>
            </a:solidFill>
            <a:prstDash val="solid"/>
          </a:ln>
          <a:effectLst>
            <a:outerShdw blurRad="1905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AEB52F5-3232-49A1-9E86-85547D69119A}"/>
              </a:ext>
            </a:extLst>
          </p:cNvPr>
          <p:cNvSpPr txBox="1"/>
          <p:nvPr/>
        </p:nvSpPr>
        <p:spPr>
          <a:xfrm>
            <a:off x="2156840" y="2611436"/>
            <a:ext cx="303572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/>
              <a:t>Each chunk is embedded using </a:t>
            </a:r>
            <a:r>
              <a:rPr lang="en-US" sz="1400" b="1" dirty="0"/>
              <a:t>BAAI/bge-m3 </a:t>
            </a:r>
            <a:r>
              <a:rPr lang="en-US" sz="1200" dirty="0"/>
              <a:t>(1024-dimensional vectors).</a:t>
            </a:r>
          </a:p>
          <a:p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/>
              <a:t>A </a:t>
            </a:r>
            <a:r>
              <a:rPr lang="en-US" sz="1400" b="1" dirty="0"/>
              <a:t>SQLite-based</a:t>
            </a:r>
            <a:r>
              <a:rPr lang="en-US" sz="1200" dirty="0"/>
              <a:t> cache avoids recomputing embeddings for identical content - achieving up to 100% avoidance on re-ingestion.</a:t>
            </a:r>
          </a:p>
          <a:p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/>
              <a:t>Vectors are stored in a </a:t>
            </a:r>
            <a:r>
              <a:rPr lang="en-US" sz="1400" b="1" dirty="0"/>
              <a:t>FAISS</a:t>
            </a:r>
            <a:r>
              <a:rPr lang="en-US" sz="1200" dirty="0"/>
              <a:t> index with full metadata mapping for traceability.</a:t>
            </a:r>
          </a:p>
        </p:txBody>
      </p:sp>
      <p:sp>
        <p:nvSpPr>
          <p:cNvPr id="73" name="Shape 5">
            <a:extLst>
              <a:ext uri="{FF2B5EF4-FFF2-40B4-BE49-F238E27FC236}">
                <a16:creationId xmlns:a16="http://schemas.microsoft.com/office/drawing/2014/main" id="{06ED2B25-4CD9-4C8F-857F-CD0F7793CAD7}"/>
              </a:ext>
            </a:extLst>
          </p:cNvPr>
          <p:cNvSpPr/>
          <p:nvPr/>
        </p:nvSpPr>
        <p:spPr>
          <a:xfrm flipH="1">
            <a:off x="6382328" y="2064189"/>
            <a:ext cx="7604" cy="3376029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4787DD7-E7C1-4B0C-A7E1-BE399BBF24BA}"/>
              </a:ext>
            </a:extLst>
          </p:cNvPr>
          <p:cNvGrpSpPr/>
          <p:nvPr/>
        </p:nvGrpSpPr>
        <p:grpSpPr>
          <a:xfrm>
            <a:off x="8415196" y="2040150"/>
            <a:ext cx="354668" cy="226443"/>
            <a:chOff x="8709763" y="1646085"/>
            <a:chExt cx="354668" cy="226443"/>
          </a:xfrm>
        </p:grpSpPr>
        <p:sp>
          <p:nvSpPr>
            <p:cNvPr id="74" name="Shape 6">
              <a:extLst>
                <a:ext uri="{FF2B5EF4-FFF2-40B4-BE49-F238E27FC236}">
                  <a16:creationId xmlns:a16="http://schemas.microsoft.com/office/drawing/2014/main" id="{89A5DE26-701A-4A34-B284-AC9BE1D41DAF}"/>
                </a:ext>
              </a:extLst>
            </p:cNvPr>
            <p:cNvSpPr/>
            <p:nvPr/>
          </p:nvSpPr>
          <p:spPr>
            <a:xfrm>
              <a:off x="8768875" y="1646085"/>
              <a:ext cx="236445" cy="226443"/>
            </a:xfrm>
            <a:prstGeom prst="ellipse">
              <a:avLst/>
            </a:prstGeom>
            <a:solidFill>
              <a:srgbClr val="DDEAFE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sz="1400">
                <a:solidFill>
                  <a:schemeClr val="accent1"/>
                </a:solidFill>
              </a:endParaRPr>
            </a:p>
          </p:txBody>
        </p:sp>
        <p:sp>
          <p:nvSpPr>
            <p:cNvPr id="75" name="Text 7">
              <a:extLst>
                <a:ext uri="{FF2B5EF4-FFF2-40B4-BE49-F238E27FC236}">
                  <a16:creationId xmlns:a16="http://schemas.microsoft.com/office/drawing/2014/main" id="{45142ED3-636D-455E-92A8-D2C98150E4E3}"/>
                </a:ext>
              </a:extLst>
            </p:cNvPr>
            <p:cNvSpPr/>
            <p:nvPr/>
          </p:nvSpPr>
          <p:spPr>
            <a:xfrm>
              <a:off x="8709763" y="1678433"/>
              <a:ext cx="354668" cy="16174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1"/>
                  </a:solidFill>
                </a:rPr>
                <a:t>1</a:t>
              </a:r>
              <a:endParaRPr lang="en-US" sz="11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D849F0A-8A6E-4DA2-9272-849519DA2C77}"/>
              </a:ext>
            </a:extLst>
          </p:cNvPr>
          <p:cNvGrpSpPr/>
          <p:nvPr/>
        </p:nvGrpSpPr>
        <p:grpSpPr>
          <a:xfrm>
            <a:off x="9405869" y="2636077"/>
            <a:ext cx="354668" cy="226443"/>
            <a:chOff x="8709763" y="1646085"/>
            <a:chExt cx="354668" cy="226443"/>
          </a:xfrm>
        </p:grpSpPr>
        <p:sp>
          <p:nvSpPr>
            <p:cNvPr id="77" name="Shape 6">
              <a:extLst>
                <a:ext uri="{FF2B5EF4-FFF2-40B4-BE49-F238E27FC236}">
                  <a16:creationId xmlns:a16="http://schemas.microsoft.com/office/drawing/2014/main" id="{335A22E6-7F00-4C65-B6B5-D736513639C2}"/>
                </a:ext>
              </a:extLst>
            </p:cNvPr>
            <p:cNvSpPr/>
            <p:nvPr/>
          </p:nvSpPr>
          <p:spPr>
            <a:xfrm>
              <a:off x="8768875" y="1646085"/>
              <a:ext cx="236445" cy="226443"/>
            </a:xfrm>
            <a:prstGeom prst="ellipse">
              <a:avLst/>
            </a:prstGeom>
            <a:solidFill>
              <a:srgbClr val="DDEAFE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sz="1600">
                <a:solidFill>
                  <a:schemeClr val="accent1"/>
                </a:solidFill>
              </a:endParaRPr>
            </a:p>
          </p:txBody>
        </p:sp>
        <p:sp>
          <p:nvSpPr>
            <p:cNvPr id="78" name="Text 7">
              <a:extLst>
                <a:ext uri="{FF2B5EF4-FFF2-40B4-BE49-F238E27FC236}">
                  <a16:creationId xmlns:a16="http://schemas.microsoft.com/office/drawing/2014/main" id="{0F9E6E48-0687-4705-9C93-1928C9D519AF}"/>
                </a:ext>
              </a:extLst>
            </p:cNvPr>
            <p:cNvSpPr/>
            <p:nvPr/>
          </p:nvSpPr>
          <p:spPr>
            <a:xfrm>
              <a:off x="8709763" y="1678433"/>
              <a:ext cx="354668" cy="16174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1"/>
                  </a:solidFill>
                </a:rPr>
                <a:t>2</a:t>
              </a:r>
              <a:endParaRPr lang="en-US" sz="11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5E67339-7D71-4F3C-BC44-AC73BED02392}"/>
              </a:ext>
            </a:extLst>
          </p:cNvPr>
          <p:cNvGrpSpPr/>
          <p:nvPr/>
        </p:nvGrpSpPr>
        <p:grpSpPr>
          <a:xfrm>
            <a:off x="9575739" y="3748542"/>
            <a:ext cx="354668" cy="226443"/>
            <a:chOff x="8709763" y="1646085"/>
            <a:chExt cx="354668" cy="226443"/>
          </a:xfrm>
        </p:grpSpPr>
        <p:sp>
          <p:nvSpPr>
            <p:cNvPr id="80" name="Shape 6">
              <a:extLst>
                <a:ext uri="{FF2B5EF4-FFF2-40B4-BE49-F238E27FC236}">
                  <a16:creationId xmlns:a16="http://schemas.microsoft.com/office/drawing/2014/main" id="{C481CB0D-6B4F-48A6-B625-70F0D77BB874}"/>
                </a:ext>
              </a:extLst>
            </p:cNvPr>
            <p:cNvSpPr/>
            <p:nvPr/>
          </p:nvSpPr>
          <p:spPr>
            <a:xfrm>
              <a:off x="8768875" y="1646085"/>
              <a:ext cx="236445" cy="226443"/>
            </a:xfrm>
            <a:prstGeom prst="ellipse">
              <a:avLst/>
            </a:prstGeom>
            <a:solidFill>
              <a:srgbClr val="DDEAFE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sz="1400">
                <a:solidFill>
                  <a:schemeClr val="accent1"/>
                </a:solidFill>
              </a:endParaRPr>
            </a:p>
          </p:txBody>
        </p:sp>
        <p:sp>
          <p:nvSpPr>
            <p:cNvPr id="81" name="Text 7">
              <a:extLst>
                <a:ext uri="{FF2B5EF4-FFF2-40B4-BE49-F238E27FC236}">
                  <a16:creationId xmlns:a16="http://schemas.microsoft.com/office/drawing/2014/main" id="{120E549B-E1E3-48D4-BFFF-FC610A16274B}"/>
                </a:ext>
              </a:extLst>
            </p:cNvPr>
            <p:cNvSpPr/>
            <p:nvPr/>
          </p:nvSpPr>
          <p:spPr>
            <a:xfrm>
              <a:off x="8709763" y="1678433"/>
              <a:ext cx="354668" cy="16174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1"/>
                  </a:solidFill>
                </a:rPr>
                <a:t>3</a:t>
              </a:r>
              <a:endParaRPr lang="en-US" sz="11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ABDDB9E-45BF-481B-AEC6-10C42257875F}"/>
              </a:ext>
            </a:extLst>
          </p:cNvPr>
          <p:cNvGrpSpPr/>
          <p:nvPr/>
        </p:nvGrpSpPr>
        <p:grpSpPr>
          <a:xfrm>
            <a:off x="8440659" y="4335900"/>
            <a:ext cx="354668" cy="226443"/>
            <a:chOff x="8709763" y="1646085"/>
            <a:chExt cx="354668" cy="226443"/>
          </a:xfrm>
        </p:grpSpPr>
        <p:sp>
          <p:nvSpPr>
            <p:cNvPr id="83" name="Shape 6">
              <a:extLst>
                <a:ext uri="{FF2B5EF4-FFF2-40B4-BE49-F238E27FC236}">
                  <a16:creationId xmlns:a16="http://schemas.microsoft.com/office/drawing/2014/main" id="{03F82F50-70E2-40D0-A4BE-A8A30C101A07}"/>
                </a:ext>
              </a:extLst>
            </p:cNvPr>
            <p:cNvSpPr/>
            <p:nvPr/>
          </p:nvSpPr>
          <p:spPr>
            <a:xfrm>
              <a:off x="8768875" y="1646085"/>
              <a:ext cx="236445" cy="226443"/>
            </a:xfrm>
            <a:prstGeom prst="ellipse">
              <a:avLst/>
            </a:prstGeom>
            <a:solidFill>
              <a:srgbClr val="DDEAFE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sz="1400">
                <a:solidFill>
                  <a:schemeClr val="accent1"/>
                </a:solidFill>
              </a:endParaRPr>
            </a:p>
          </p:txBody>
        </p:sp>
        <p:sp>
          <p:nvSpPr>
            <p:cNvPr id="84" name="Text 7">
              <a:extLst>
                <a:ext uri="{FF2B5EF4-FFF2-40B4-BE49-F238E27FC236}">
                  <a16:creationId xmlns:a16="http://schemas.microsoft.com/office/drawing/2014/main" id="{33562369-CCF6-46A1-809A-32A15FA096C2}"/>
                </a:ext>
              </a:extLst>
            </p:cNvPr>
            <p:cNvSpPr/>
            <p:nvPr/>
          </p:nvSpPr>
          <p:spPr>
            <a:xfrm>
              <a:off x="8709763" y="1678433"/>
              <a:ext cx="354668" cy="16174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1"/>
                  </a:solidFill>
                </a:rPr>
                <a:t>4</a:t>
              </a:r>
              <a:endParaRPr lang="en-US" sz="11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212380B-C2D8-44AF-B109-10F81A6FD5F1}"/>
              </a:ext>
            </a:extLst>
          </p:cNvPr>
          <p:cNvGrpSpPr/>
          <p:nvPr/>
        </p:nvGrpSpPr>
        <p:grpSpPr>
          <a:xfrm>
            <a:off x="7250912" y="3667668"/>
            <a:ext cx="354668" cy="226443"/>
            <a:chOff x="8709763" y="1646085"/>
            <a:chExt cx="354668" cy="226443"/>
          </a:xfrm>
        </p:grpSpPr>
        <p:sp>
          <p:nvSpPr>
            <p:cNvPr id="86" name="Shape 6">
              <a:extLst>
                <a:ext uri="{FF2B5EF4-FFF2-40B4-BE49-F238E27FC236}">
                  <a16:creationId xmlns:a16="http://schemas.microsoft.com/office/drawing/2014/main" id="{D51169DD-3F07-4B1F-A48F-B6C4F700EBB6}"/>
                </a:ext>
              </a:extLst>
            </p:cNvPr>
            <p:cNvSpPr/>
            <p:nvPr/>
          </p:nvSpPr>
          <p:spPr>
            <a:xfrm>
              <a:off x="8768875" y="1646085"/>
              <a:ext cx="236445" cy="226443"/>
            </a:xfrm>
            <a:prstGeom prst="ellipse">
              <a:avLst/>
            </a:prstGeom>
            <a:solidFill>
              <a:srgbClr val="DDEAFE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sz="1400">
                <a:solidFill>
                  <a:schemeClr val="accent1"/>
                </a:solidFill>
              </a:endParaRPr>
            </a:p>
          </p:txBody>
        </p:sp>
        <p:sp>
          <p:nvSpPr>
            <p:cNvPr id="87" name="Text 7">
              <a:extLst>
                <a:ext uri="{FF2B5EF4-FFF2-40B4-BE49-F238E27FC236}">
                  <a16:creationId xmlns:a16="http://schemas.microsoft.com/office/drawing/2014/main" id="{D9CAD52B-E306-42C4-B897-E5EC9B1EFDF4}"/>
                </a:ext>
              </a:extLst>
            </p:cNvPr>
            <p:cNvSpPr/>
            <p:nvPr/>
          </p:nvSpPr>
          <p:spPr>
            <a:xfrm>
              <a:off x="8709763" y="1678433"/>
              <a:ext cx="354668" cy="16174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accent1"/>
                  </a:solidFill>
                </a:rPr>
                <a:t>5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4FB4396-9BBA-43FD-AF58-A6393BAC0913}"/>
              </a:ext>
            </a:extLst>
          </p:cNvPr>
          <p:cNvGrpSpPr/>
          <p:nvPr/>
        </p:nvGrpSpPr>
        <p:grpSpPr>
          <a:xfrm>
            <a:off x="7358888" y="2651948"/>
            <a:ext cx="354668" cy="226443"/>
            <a:chOff x="8709763" y="1646085"/>
            <a:chExt cx="354668" cy="226443"/>
          </a:xfrm>
        </p:grpSpPr>
        <p:sp>
          <p:nvSpPr>
            <p:cNvPr id="89" name="Shape 6">
              <a:extLst>
                <a:ext uri="{FF2B5EF4-FFF2-40B4-BE49-F238E27FC236}">
                  <a16:creationId xmlns:a16="http://schemas.microsoft.com/office/drawing/2014/main" id="{3634F4FA-F71D-4101-9472-77A78C397961}"/>
                </a:ext>
              </a:extLst>
            </p:cNvPr>
            <p:cNvSpPr/>
            <p:nvPr/>
          </p:nvSpPr>
          <p:spPr>
            <a:xfrm>
              <a:off x="8768875" y="1646085"/>
              <a:ext cx="236445" cy="226443"/>
            </a:xfrm>
            <a:prstGeom prst="ellipse">
              <a:avLst/>
            </a:prstGeom>
            <a:solidFill>
              <a:srgbClr val="DDEAFE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sz="1400">
                <a:solidFill>
                  <a:schemeClr val="accent1"/>
                </a:solidFill>
              </a:endParaRPr>
            </a:p>
          </p:txBody>
        </p:sp>
        <p:sp>
          <p:nvSpPr>
            <p:cNvPr id="90" name="Text 7">
              <a:extLst>
                <a:ext uri="{FF2B5EF4-FFF2-40B4-BE49-F238E27FC236}">
                  <a16:creationId xmlns:a16="http://schemas.microsoft.com/office/drawing/2014/main" id="{4AA5CBFE-F3FA-458C-9180-E08AFB608A65}"/>
                </a:ext>
              </a:extLst>
            </p:cNvPr>
            <p:cNvSpPr/>
            <p:nvPr/>
          </p:nvSpPr>
          <p:spPr>
            <a:xfrm>
              <a:off x="8709763" y="1678433"/>
              <a:ext cx="354668" cy="16174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accent1"/>
                  </a:solidFill>
                </a:rPr>
                <a:t>6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A9D2AFA9-B8D7-4F20-89D9-634B09E49606}"/>
              </a:ext>
            </a:extLst>
          </p:cNvPr>
          <p:cNvSpPr txBox="1"/>
          <p:nvPr/>
        </p:nvSpPr>
        <p:spPr>
          <a:xfrm>
            <a:off x="7853800" y="3377270"/>
            <a:ext cx="1579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Embedding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139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630121" y="1002735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Methodology (Knowledge Graph Construction)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A5400-D019-41F5-A51D-12DCC79CC1AB}"/>
              </a:ext>
            </a:extLst>
          </p:cNvPr>
          <p:cNvSpPr txBox="1"/>
          <p:nvPr/>
        </p:nvSpPr>
        <p:spPr>
          <a:xfrm>
            <a:off x="630121" y="159026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Efficient embedding with cache-aware indexing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087BC1B-095B-434F-8AD2-50061127623D}"/>
              </a:ext>
            </a:extLst>
          </p:cNvPr>
          <p:cNvGrpSpPr/>
          <p:nvPr/>
        </p:nvGrpSpPr>
        <p:grpSpPr>
          <a:xfrm>
            <a:off x="1039696" y="2228670"/>
            <a:ext cx="2638425" cy="1200330"/>
            <a:chOff x="1143000" y="2454785"/>
            <a:chExt cx="2638425" cy="120033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61BA6FD-C4D3-4A7F-BF44-BA684027D77C}"/>
                </a:ext>
              </a:extLst>
            </p:cNvPr>
            <p:cNvSpPr/>
            <p:nvPr/>
          </p:nvSpPr>
          <p:spPr>
            <a:xfrm>
              <a:off x="1143000" y="2454785"/>
              <a:ext cx="2638425" cy="12003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AEB52F5-3232-49A1-9E86-85547D69119A}"/>
                </a:ext>
              </a:extLst>
            </p:cNvPr>
            <p:cNvSpPr txBox="1"/>
            <p:nvPr/>
          </p:nvSpPr>
          <p:spPr>
            <a:xfrm>
              <a:off x="1236328" y="2728617"/>
              <a:ext cx="245176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2"/>
                  </a:solidFill>
                </a:rPr>
                <a:t>A knowledge graph is built using </a:t>
              </a:r>
              <a:r>
                <a:rPr lang="en-US" sz="1200" b="1" dirty="0">
                  <a:solidFill>
                    <a:schemeClr val="tx2"/>
                  </a:solidFill>
                </a:rPr>
                <a:t>Neo4j</a:t>
              </a:r>
              <a:r>
                <a:rPr lang="en-US" sz="1200" dirty="0">
                  <a:solidFill>
                    <a:schemeClr val="tx2"/>
                  </a:solidFill>
                </a:rPr>
                <a:t> to capture entity relationships and structural connections.</a:t>
              </a:r>
            </a:p>
          </p:txBody>
        </p:sp>
      </p:grpSp>
      <p:pic>
        <p:nvPicPr>
          <p:cNvPr id="1026" name="Picture 2" descr="Knowledge Graphs: The Key to Modern Data Governance">
            <a:extLst>
              <a:ext uri="{FF2B5EF4-FFF2-40B4-BE49-F238E27FC236}">
                <a16:creationId xmlns:a16="http://schemas.microsoft.com/office/drawing/2014/main" id="{C9C8C336-C5DA-4A8F-A9DE-324C8BB19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3" t="17223" r="10487" b="16111"/>
          <a:stretch/>
        </p:blipFill>
        <p:spPr bwMode="auto">
          <a:xfrm>
            <a:off x="5219244" y="1544409"/>
            <a:ext cx="8098601" cy="5007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EC7ABC03-3273-4354-A6A0-03DF652EA367}"/>
              </a:ext>
            </a:extLst>
          </p:cNvPr>
          <p:cNvGrpSpPr/>
          <p:nvPr/>
        </p:nvGrpSpPr>
        <p:grpSpPr>
          <a:xfrm>
            <a:off x="4600618" y="2733334"/>
            <a:ext cx="2638425" cy="1200330"/>
            <a:chOff x="1143000" y="2454785"/>
            <a:chExt cx="2638425" cy="120033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148D6A5-78BD-4E3E-AE2D-99353159DA29}"/>
                </a:ext>
              </a:extLst>
            </p:cNvPr>
            <p:cNvSpPr/>
            <p:nvPr/>
          </p:nvSpPr>
          <p:spPr>
            <a:xfrm>
              <a:off x="1143000" y="2454785"/>
              <a:ext cx="2638425" cy="12003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E2E9EED-F73A-4044-84D5-89BB3C612BEF}"/>
                </a:ext>
              </a:extLst>
            </p:cNvPr>
            <p:cNvSpPr txBox="1"/>
            <p:nvPr/>
          </p:nvSpPr>
          <p:spPr>
            <a:xfrm>
              <a:off x="1236328" y="2728617"/>
              <a:ext cx="245176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</a:rPr>
                <a:t>Entity and relation extraction is performed using </a:t>
              </a:r>
              <a:r>
                <a:rPr lang="en-US" sz="1200" b="1" dirty="0">
                  <a:solidFill>
                    <a:schemeClr val="accent1"/>
                  </a:solidFill>
                </a:rPr>
                <a:t>GPT-4o-mini</a:t>
              </a:r>
              <a:r>
                <a:rPr lang="en-US" sz="1200" dirty="0">
                  <a:solidFill>
                    <a:schemeClr val="accent1"/>
                  </a:solidFill>
                </a:rPr>
                <a:t> via an LLM-based pipeline.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501E580-CA42-4CF1-AF6C-F2636324094C}"/>
              </a:ext>
            </a:extLst>
          </p:cNvPr>
          <p:cNvGrpSpPr/>
          <p:nvPr/>
        </p:nvGrpSpPr>
        <p:grpSpPr>
          <a:xfrm>
            <a:off x="2487491" y="4180004"/>
            <a:ext cx="2638425" cy="1200330"/>
            <a:chOff x="1143000" y="2454785"/>
            <a:chExt cx="2638425" cy="120033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CE46362-9890-4061-85BC-0D9280ACE937}"/>
                </a:ext>
              </a:extLst>
            </p:cNvPr>
            <p:cNvSpPr/>
            <p:nvPr/>
          </p:nvSpPr>
          <p:spPr>
            <a:xfrm>
              <a:off x="1143000" y="2454785"/>
              <a:ext cx="2638425" cy="12003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C54A20C-0713-4C0D-A2AF-9046A6C50DDB}"/>
                </a:ext>
              </a:extLst>
            </p:cNvPr>
            <p:cNvSpPr txBox="1"/>
            <p:nvPr/>
          </p:nvSpPr>
          <p:spPr>
            <a:xfrm>
              <a:off x="1236328" y="2684579"/>
              <a:ext cx="2451768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/>
                <a:t>Graph nodes include documents, chunks, and entities connected through </a:t>
              </a:r>
              <a:r>
                <a:rPr lang="en-US" sz="1200" b="1" dirty="0"/>
                <a:t>HAS_CHUNK</a:t>
              </a:r>
              <a:r>
                <a:rPr lang="en-US" sz="1200" dirty="0"/>
                <a:t>, </a:t>
              </a:r>
              <a:r>
                <a:rPr lang="en-US" sz="1200" b="1" dirty="0"/>
                <a:t>NEXT</a:t>
              </a:r>
              <a:r>
                <a:rPr lang="en-US" sz="1200" dirty="0"/>
                <a:t>, and </a:t>
              </a:r>
              <a:r>
                <a:rPr lang="en-US" sz="1200" b="1" dirty="0"/>
                <a:t>RELATES_TO</a:t>
              </a:r>
              <a:r>
                <a:rPr lang="en-US" sz="1200" dirty="0"/>
                <a:t> edges.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C0670-6D9D-47CC-970D-51E4A4B9D7D0}"/>
              </a:ext>
            </a:extLst>
          </p:cNvPr>
          <p:cNvCxnSpPr>
            <a:cxnSpLocks/>
            <a:stCxn id="2" idx="6"/>
            <a:endCxn id="49" idx="2"/>
          </p:cNvCxnSpPr>
          <p:nvPr/>
        </p:nvCxnSpPr>
        <p:spPr>
          <a:xfrm>
            <a:off x="3678121" y="2828835"/>
            <a:ext cx="922497" cy="504664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968AC41-F32B-4EAB-B9E1-BA4FC93C0B69}"/>
              </a:ext>
            </a:extLst>
          </p:cNvPr>
          <p:cNvCxnSpPr>
            <a:cxnSpLocks/>
            <a:stCxn id="52" idx="7"/>
            <a:endCxn id="49" idx="3"/>
          </p:cNvCxnSpPr>
          <p:nvPr/>
        </p:nvCxnSpPr>
        <p:spPr>
          <a:xfrm flipV="1">
            <a:off x="4739528" y="3757880"/>
            <a:ext cx="247478" cy="59790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583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630121" y="1002735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Methodology (Hybrid Retrieval)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A5400-D019-41F5-A51D-12DCC79CC1AB}"/>
              </a:ext>
            </a:extLst>
          </p:cNvPr>
          <p:cNvSpPr txBox="1"/>
          <p:nvPr/>
        </p:nvSpPr>
        <p:spPr>
          <a:xfrm>
            <a:off x="630121" y="159026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Combining semantic and structural retrieval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1B7A9F-C3D6-4135-88BE-770B564B9D9F}"/>
              </a:ext>
            </a:extLst>
          </p:cNvPr>
          <p:cNvGrpSpPr/>
          <p:nvPr/>
        </p:nvGrpSpPr>
        <p:grpSpPr>
          <a:xfrm>
            <a:off x="2134791" y="2303492"/>
            <a:ext cx="7327209" cy="1265315"/>
            <a:chOff x="892731" y="2283829"/>
            <a:chExt cx="7327209" cy="126531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A420393-D5B2-411D-ABE0-29044401CFCE}"/>
                </a:ext>
              </a:extLst>
            </p:cNvPr>
            <p:cNvGrpSpPr/>
            <p:nvPr/>
          </p:nvGrpSpPr>
          <p:grpSpPr>
            <a:xfrm>
              <a:off x="892731" y="2283830"/>
              <a:ext cx="1870225" cy="1260641"/>
              <a:chOff x="2086139" y="2168359"/>
              <a:chExt cx="1870225" cy="1260641"/>
            </a:xfrm>
          </p:grpSpPr>
          <p:sp>
            <p:nvSpPr>
              <p:cNvPr id="71" name="Shape 5">
                <a:extLst>
                  <a:ext uri="{FF2B5EF4-FFF2-40B4-BE49-F238E27FC236}">
                    <a16:creationId xmlns:a16="http://schemas.microsoft.com/office/drawing/2014/main" id="{C8B93A59-0A63-4976-AC7E-1E0FF7E40456}"/>
                  </a:ext>
                </a:extLst>
              </p:cNvPr>
              <p:cNvSpPr/>
              <p:nvPr/>
            </p:nvSpPr>
            <p:spPr>
              <a:xfrm>
                <a:off x="2086141" y="2168359"/>
                <a:ext cx="1870223" cy="1260641"/>
              </a:xfrm>
              <a:prstGeom prst="roundRect">
                <a:avLst>
                  <a:gd name="adj" fmla="val 2353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12700">
                <a:solidFill>
                  <a:srgbClr val="C9D5E5"/>
                </a:solidFill>
                <a:prstDash val="solid"/>
              </a:ln>
              <a:effectLst>
                <a:outerShdw blurRad="19050" dist="1524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AEB52F5-3232-49A1-9E86-85547D69119A}"/>
                  </a:ext>
                </a:extLst>
              </p:cNvPr>
              <p:cNvSpPr txBox="1"/>
              <p:nvPr/>
            </p:nvSpPr>
            <p:spPr>
              <a:xfrm>
                <a:off x="2086140" y="2529829"/>
                <a:ext cx="187022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FAISS search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L2 distance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Top-10 Chunks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Semantic similarity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BE064B9-F10F-4874-BA4D-35AA1EA3E9C6}"/>
                  </a:ext>
                </a:extLst>
              </p:cNvPr>
              <p:cNvSpPr txBox="1"/>
              <p:nvPr/>
            </p:nvSpPr>
            <p:spPr>
              <a:xfrm>
                <a:off x="2086139" y="2228729"/>
                <a:ext cx="18702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2"/>
                    </a:solidFill>
                  </a:rPr>
                  <a:t>Vector Retrieval</a:t>
                </a:r>
                <a:endParaRPr lang="en-US" sz="1600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D1C3960-B6F4-4251-A894-3FC7F01DE600}"/>
                </a:ext>
              </a:extLst>
            </p:cNvPr>
            <p:cNvGrpSpPr/>
            <p:nvPr/>
          </p:nvGrpSpPr>
          <p:grpSpPr>
            <a:xfrm>
              <a:off x="3490206" y="2288503"/>
              <a:ext cx="1870225" cy="1260641"/>
              <a:chOff x="2086139" y="2168359"/>
              <a:chExt cx="1870225" cy="1260641"/>
            </a:xfrm>
          </p:grpSpPr>
          <p:sp>
            <p:nvSpPr>
              <p:cNvPr id="51" name="Shape 5">
                <a:extLst>
                  <a:ext uri="{FF2B5EF4-FFF2-40B4-BE49-F238E27FC236}">
                    <a16:creationId xmlns:a16="http://schemas.microsoft.com/office/drawing/2014/main" id="{C9EEEA2E-4F0F-4156-95B5-1ED08B4BF01A}"/>
                  </a:ext>
                </a:extLst>
              </p:cNvPr>
              <p:cNvSpPr/>
              <p:nvPr/>
            </p:nvSpPr>
            <p:spPr>
              <a:xfrm>
                <a:off x="2086141" y="2168359"/>
                <a:ext cx="1870223" cy="1260641"/>
              </a:xfrm>
              <a:prstGeom prst="roundRect">
                <a:avLst>
                  <a:gd name="adj" fmla="val 2353"/>
                </a:avLst>
              </a:prstGeom>
              <a:solidFill>
                <a:srgbClr val="DAF8D0"/>
              </a:solidFill>
              <a:ln w="12700">
                <a:solidFill>
                  <a:srgbClr val="C9D5E5"/>
                </a:solidFill>
                <a:prstDash val="solid"/>
              </a:ln>
              <a:effectLst>
                <a:outerShdw blurRad="19050" dist="1524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BCAAAF4-B227-46DA-B48D-9E180FD3D172}"/>
                  </a:ext>
                </a:extLst>
              </p:cNvPr>
              <p:cNvSpPr txBox="1"/>
              <p:nvPr/>
            </p:nvSpPr>
            <p:spPr>
              <a:xfrm>
                <a:off x="2086140" y="2529829"/>
                <a:ext cx="187022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Entity matching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Relation link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Hit-count scoring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Structural context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363E3CD-9F01-455F-95AF-5238562B68C1}"/>
                  </a:ext>
                </a:extLst>
              </p:cNvPr>
              <p:cNvSpPr txBox="1"/>
              <p:nvPr/>
            </p:nvSpPr>
            <p:spPr>
              <a:xfrm>
                <a:off x="2086139" y="2228729"/>
                <a:ext cx="18702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2"/>
                    </a:solidFill>
                  </a:rPr>
                  <a:t>Graph Retrieval</a:t>
                </a:r>
                <a:endParaRPr lang="en-US" sz="1600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4CCD8BB-7636-40C7-A6B8-BA3F61069802}"/>
                </a:ext>
              </a:extLst>
            </p:cNvPr>
            <p:cNvGrpSpPr/>
            <p:nvPr/>
          </p:nvGrpSpPr>
          <p:grpSpPr>
            <a:xfrm>
              <a:off x="6349715" y="2283829"/>
              <a:ext cx="1870225" cy="1260641"/>
              <a:chOff x="2086139" y="2168359"/>
              <a:chExt cx="1870225" cy="1260641"/>
            </a:xfrm>
          </p:grpSpPr>
          <p:sp>
            <p:nvSpPr>
              <p:cNvPr id="56" name="Shape 5">
                <a:extLst>
                  <a:ext uri="{FF2B5EF4-FFF2-40B4-BE49-F238E27FC236}">
                    <a16:creationId xmlns:a16="http://schemas.microsoft.com/office/drawing/2014/main" id="{47E1770E-6C6C-44A8-A02D-5501BCD6ECE5}"/>
                  </a:ext>
                </a:extLst>
              </p:cNvPr>
              <p:cNvSpPr/>
              <p:nvPr/>
            </p:nvSpPr>
            <p:spPr>
              <a:xfrm>
                <a:off x="2086141" y="2168359"/>
                <a:ext cx="1870223" cy="1260641"/>
              </a:xfrm>
              <a:prstGeom prst="roundRect">
                <a:avLst>
                  <a:gd name="adj" fmla="val 235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C9D5E5"/>
                </a:solidFill>
                <a:prstDash val="solid"/>
              </a:ln>
              <a:effectLst>
                <a:outerShdw blurRad="19050" dist="1524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F4CF7DF-FF98-4722-AD4E-944A98FFECBE}"/>
                  </a:ext>
                </a:extLst>
              </p:cNvPr>
              <p:cNvSpPr txBox="1"/>
              <p:nvPr/>
            </p:nvSpPr>
            <p:spPr>
              <a:xfrm>
                <a:off x="2086140" y="2529829"/>
                <a:ext cx="187022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Entity matching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Relation link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Hit-count scoring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sz="1200" dirty="0"/>
                  <a:t>Structural context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3D6D5F7-590E-4ABD-8A23-E42A4D8C80E4}"/>
                  </a:ext>
                </a:extLst>
              </p:cNvPr>
              <p:cNvSpPr txBox="1"/>
              <p:nvPr/>
            </p:nvSpPr>
            <p:spPr>
              <a:xfrm>
                <a:off x="2086139" y="2228729"/>
                <a:ext cx="18702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2"/>
                    </a:solidFill>
                  </a:rPr>
                  <a:t>Graph Retrieval</a:t>
                </a:r>
                <a:endParaRPr lang="en-US" sz="1600" dirty="0"/>
              </a:p>
            </p:txBody>
          </p:sp>
        </p:grp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5B377906-EC5D-4211-A915-E5788F2FDC90}"/>
                </a:ext>
              </a:extLst>
            </p:cNvPr>
            <p:cNvSpPr/>
            <p:nvPr/>
          </p:nvSpPr>
          <p:spPr>
            <a:xfrm>
              <a:off x="3009900" y="2836128"/>
              <a:ext cx="233363" cy="238125"/>
            </a:xfrm>
            <a:prstGeom prst="plus">
              <a:avLst>
                <a:gd name="adj" fmla="val 33065"/>
              </a:avLst>
            </a:prstGeom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EB719BEE-88FC-4CD8-84D8-53B00A3D2DEA}"/>
                </a:ext>
              </a:extLst>
            </p:cNvPr>
            <p:cNvSpPr/>
            <p:nvPr/>
          </p:nvSpPr>
          <p:spPr>
            <a:xfrm>
              <a:off x="5618504" y="2836129"/>
              <a:ext cx="458446" cy="199172"/>
            </a:xfrm>
            <a:prstGeom prst="rightArrow">
              <a:avLst>
                <a:gd name="adj1" fmla="val 43624"/>
                <a:gd name="adj2" fmla="val 64347"/>
              </a:avLst>
            </a:prstGeom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437084-66C7-49CE-8461-6A5ADDE470C8}"/>
              </a:ext>
            </a:extLst>
          </p:cNvPr>
          <p:cNvGrpSpPr/>
          <p:nvPr/>
        </p:nvGrpSpPr>
        <p:grpSpPr>
          <a:xfrm>
            <a:off x="2134791" y="3864876"/>
            <a:ext cx="7268289" cy="1286704"/>
            <a:chOff x="2686783" y="4000367"/>
            <a:chExt cx="5649497" cy="1267374"/>
          </a:xfrm>
        </p:grpSpPr>
        <p:sp>
          <p:nvSpPr>
            <p:cNvPr id="61" name="Shape 5">
              <a:extLst>
                <a:ext uri="{FF2B5EF4-FFF2-40B4-BE49-F238E27FC236}">
                  <a16:creationId xmlns:a16="http://schemas.microsoft.com/office/drawing/2014/main" id="{983F1679-55D6-4435-BD32-8088CBEC6262}"/>
                </a:ext>
              </a:extLst>
            </p:cNvPr>
            <p:cNvSpPr/>
            <p:nvPr/>
          </p:nvSpPr>
          <p:spPr>
            <a:xfrm>
              <a:off x="2686783" y="4000367"/>
              <a:ext cx="5649497" cy="1260641"/>
            </a:xfrm>
            <a:prstGeom prst="roundRect">
              <a:avLst>
                <a:gd name="adj" fmla="val 2353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Shape 5">
              <a:extLst>
                <a:ext uri="{FF2B5EF4-FFF2-40B4-BE49-F238E27FC236}">
                  <a16:creationId xmlns:a16="http://schemas.microsoft.com/office/drawing/2014/main" id="{2D416557-3D06-497F-B423-C7631BF66C4B}"/>
                </a:ext>
              </a:extLst>
            </p:cNvPr>
            <p:cNvSpPr/>
            <p:nvPr/>
          </p:nvSpPr>
          <p:spPr>
            <a:xfrm>
              <a:off x="2686783" y="4000367"/>
              <a:ext cx="1082960" cy="1267374"/>
            </a:xfrm>
            <a:prstGeom prst="roundRect">
              <a:avLst>
                <a:gd name="adj" fmla="val 2353"/>
              </a:avLst>
            </a:prstGeom>
            <a:solidFill>
              <a:schemeClr val="tx2"/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A07EFF07-1D82-4DFF-BE49-2A41965BF35D}"/>
              </a:ext>
            </a:extLst>
          </p:cNvPr>
          <p:cNvSpPr txBox="1"/>
          <p:nvPr/>
        </p:nvSpPr>
        <p:spPr>
          <a:xfrm>
            <a:off x="2252900" y="4151038"/>
            <a:ext cx="11765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Hybrid Scoring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7D498F0-1A55-451E-9D16-E15A4A9A0DB4}"/>
                  </a:ext>
                </a:extLst>
              </p:cNvPr>
              <p:cNvSpPr txBox="1"/>
              <p:nvPr/>
            </p:nvSpPr>
            <p:spPr>
              <a:xfrm>
                <a:off x="3554488" y="4301604"/>
                <a:ext cx="5848592" cy="849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sz="1200" dirty="0"/>
                  <a:t>Vector scores are normalized using: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sz="1200" dirty="0"/>
                  <a:t>Graph scores are normalized using: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𝑒𝑛𝑡𝑖𝑡𝑦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⁡_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𝑒𝑛𝑡𝑖𝑡𝑦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</m:den>
                    </m:f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/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sz="1200" dirty="0"/>
                  <a:t>This balance improves retrieval completeness without introducing noise.</a:t>
                </a: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7D498F0-1A55-451E-9D16-E15A4A9A0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88" y="4301604"/>
                <a:ext cx="5848592" cy="849976"/>
              </a:xfrm>
              <a:prstGeom prst="rect">
                <a:avLst/>
              </a:prstGeom>
              <a:blipFill>
                <a:blip r:embed="rId2"/>
                <a:stretch>
                  <a:fillRect b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1AA1AC4-9BBF-46DF-BD2A-0493FEEE04D4}"/>
                  </a:ext>
                </a:extLst>
              </p:cNvPr>
              <p:cNvSpPr txBox="1"/>
              <p:nvPr/>
            </p:nvSpPr>
            <p:spPr>
              <a:xfrm>
                <a:off x="3582538" y="3896095"/>
                <a:ext cx="5751962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𝒉𝒚𝒃𝒓𝒊𝒅</m:t>
                        </m:r>
                      </m:sub>
                    </m:sSub>
                  </m:oMath>
                </a14:m>
                <a:r>
                  <a:rPr lang="en-US" sz="1800" b="1" dirty="0">
                    <a:solidFill>
                      <a:schemeClr val="tx2"/>
                    </a:solidFill>
                  </a:rPr>
                  <a:t> = 0.75 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𝒗𝒆𝒄𝒕𝒐𝒓</m:t>
                        </m:r>
                      </m:sub>
                    </m:sSub>
                  </m:oMath>
                </a14:m>
                <a:r>
                  <a:rPr lang="en-US" sz="1800" b="1" dirty="0">
                    <a:solidFill>
                      <a:schemeClr val="tx2"/>
                    </a:solidFill>
                  </a:rPr>
                  <a:t> + 0.25 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𝒈𝒓𝒂𝒑𝒉</m:t>
                        </m:r>
                      </m:sub>
                    </m:sSub>
                  </m:oMath>
                </a14:m>
                <a:r>
                  <a:rPr lang="en-US" sz="1800" b="1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1AA1AC4-9BBF-46DF-BD2A-0493FEEE0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538" y="3896095"/>
                <a:ext cx="5751962" cy="395621"/>
              </a:xfrm>
              <a:prstGeom prst="rect">
                <a:avLst/>
              </a:prstGeom>
              <a:blipFill>
                <a:blip r:embed="rId3"/>
                <a:stretch>
                  <a:fillRect t="-7692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534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630121" y="1002735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Methodology (Grounded Generation)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A5400-D019-41F5-A51D-12DCC79CC1AB}"/>
              </a:ext>
            </a:extLst>
          </p:cNvPr>
          <p:cNvSpPr txBox="1"/>
          <p:nvPr/>
        </p:nvSpPr>
        <p:spPr>
          <a:xfrm>
            <a:off x="630121" y="159026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Evidence-constrained answer generation with abstention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1FF0E1-F30B-457A-82A7-1969D356E1CE}"/>
              </a:ext>
            </a:extLst>
          </p:cNvPr>
          <p:cNvSpPr txBox="1"/>
          <p:nvPr/>
        </p:nvSpPr>
        <p:spPr>
          <a:xfrm>
            <a:off x="630121" y="2031646"/>
            <a:ext cx="9399096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Answers are generated strictly from retrieved </a:t>
            </a:r>
            <a:r>
              <a:rPr lang="en-US" sz="2000" b="1" dirty="0"/>
              <a:t>top-5</a:t>
            </a:r>
            <a:r>
              <a:rPr lang="en-US" dirty="0"/>
              <a:t> context chunks.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Every statement must be supported by citations </a:t>
            </a:r>
            <a:r>
              <a:rPr lang="en-US" sz="2000" b="1" dirty="0"/>
              <a:t>[1]–[5] </a:t>
            </a:r>
            <a:r>
              <a:rPr lang="en-US" dirty="0"/>
              <a:t>from source documents.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If sufficient evidence is not available, the system returns: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</a:rPr>
              <a:t>	</a:t>
            </a:r>
            <a:r>
              <a:rPr lang="en-US" sz="2800" b="1" dirty="0">
                <a:solidFill>
                  <a:schemeClr val="tx2"/>
                </a:solidFill>
              </a:rPr>
              <a:t>"Not found in documents."</a:t>
            </a:r>
            <a:endParaRPr lang="en-US" sz="2400" b="1" dirty="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This prevents hallucinated responses and is measured by </a:t>
            </a:r>
            <a:r>
              <a:rPr lang="en-US" b="1" dirty="0"/>
              <a:t>Abstention Accuracy </a:t>
            </a:r>
            <a:r>
              <a:rPr lang="en-US" dirty="0"/>
              <a:t>(87.3% on vector baseline).</a:t>
            </a:r>
          </a:p>
        </p:txBody>
      </p:sp>
    </p:spTree>
    <p:extLst>
      <p:ext uri="{BB962C8B-B14F-4D97-AF65-F5344CB8AC3E}">
        <p14:creationId xmlns:p14="http://schemas.microsoft.com/office/powerpoint/2010/main" val="2169491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630121" y="1002735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Methodology (System Design Highlights)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A5400-D019-41F5-A51D-12DCC79CC1AB}"/>
              </a:ext>
            </a:extLst>
          </p:cNvPr>
          <p:cNvSpPr txBox="1"/>
          <p:nvPr/>
        </p:nvSpPr>
        <p:spPr>
          <a:xfrm>
            <a:off x="630121" y="159026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Engineering decisions for scalable and reliable RAG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75B9C-B473-4D0A-A380-6529A2F9E438}"/>
              </a:ext>
            </a:extLst>
          </p:cNvPr>
          <p:cNvSpPr txBox="1"/>
          <p:nvPr/>
        </p:nvSpPr>
        <p:spPr>
          <a:xfrm>
            <a:off x="631743" y="2158106"/>
            <a:ext cx="10486972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Document IDs use </a:t>
            </a:r>
            <a:r>
              <a:rPr lang="en-US" sz="2000" b="1" dirty="0">
                <a:solidFill>
                  <a:schemeClr val="tx2"/>
                </a:solidFill>
              </a:rPr>
              <a:t>SHA-256</a:t>
            </a:r>
            <a:r>
              <a:rPr lang="en-US" dirty="0"/>
              <a:t> content hashing for reproducibility</a:t>
            </a:r>
          </a:p>
          <a:p>
            <a:pPr>
              <a:lnSpc>
                <a:spcPct val="150000"/>
              </a:lnSpc>
            </a:pPr>
            <a:r>
              <a:rPr lang="en-US" dirty="0"/>
              <a:t> 	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→ </a:t>
            </a:r>
            <a:r>
              <a:rPr lang="en-US" sz="1600" i="1" dirty="0">
                <a:solidFill>
                  <a:schemeClr val="bg2">
                    <a:lumMod val="50000"/>
                  </a:schemeClr>
                </a:solidFill>
              </a:rPr>
              <a:t>same file always produces the same ID.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SQLite-backed content-addressed keys.</a:t>
            </a:r>
          </a:p>
          <a:p>
            <a:pPr lvl="1">
              <a:lnSpc>
                <a:spcPct val="150000"/>
              </a:lnSpc>
            </a:pP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→ </a:t>
            </a:r>
            <a:r>
              <a:rPr lang="en-US" sz="1600" i="1" dirty="0">
                <a:solidFill>
                  <a:schemeClr val="bg2">
                    <a:lumMod val="50000"/>
                  </a:schemeClr>
                </a:solidFill>
              </a:rPr>
              <a:t>Embedding cache reduces redundant computation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Stamping post-graph build.</a:t>
            </a:r>
          </a:p>
          <a:p>
            <a:pPr lvl="1">
              <a:lnSpc>
                <a:spcPct val="150000"/>
              </a:lnSpc>
            </a:pPr>
            <a:r>
              <a:rPr lang="en-US" sz="1600" i="1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→ </a:t>
            </a:r>
            <a:r>
              <a:rPr lang="en-US" sz="1600" i="1" dirty="0">
                <a:solidFill>
                  <a:schemeClr val="bg2">
                    <a:lumMod val="50000"/>
                  </a:schemeClr>
                </a:solidFill>
              </a:rPr>
              <a:t>Graph and vector pipelines share unified chunk identity via </a:t>
            </a:r>
            <a:r>
              <a:rPr lang="en-US" sz="1600" i="1" dirty="0" err="1">
                <a:solidFill>
                  <a:schemeClr val="bg2">
                    <a:lumMod val="50000"/>
                  </a:schemeClr>
                </a:solidFill>
              </a:rPr>
              <a:t>chunk_id</a:t>
            </a:r>
            <a:endParaRPr lang="en-US" sz="1600" i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Runtime query logging captures retrieved chunks, citations, and answers for offline evaluation.</a:t>
            </a:r>
          </a:p>
        </p:txBody>
      </p:sp>
    </p:spTree>
    <p:extLst>
      <p:ext uri="{BB962C8B-B14F-4D97-AF65-F5344CB8AC3E}">
        <p14:creationId xmlns:p14="http://schemas.microsoft.com/office/powerpoint/2010/main" val="3076769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523633" y="807341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Evaluation Setup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F74D99-DD98-4999-A9D4-BB4BA3B6500A}"/>
              </a:ext>
            </a:extLst>
          </p:cNvPr>
          <p:cNvGrpSpPr/>
          <p:nvPr/>
        </p:nvGrpSpPr>
        <p:grpSpPr>
          <a:xfrm>
            <a:off x="2020113" y="2502439"/>
            <a:ext cx="2329772" cy="2055452"/>
            <a:chOff x="1035998" y="2302540"/>
            <a:chExt cx="2329772" cy="205545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402DEFD-95B2-4178-9C90-D56FB84FFF8F}"/>
                </a:ext>
              </a:extLst>
            </p:cNvPr>
            <p:cNvSpPr/>
            <p:nvPr/>
          </p:nvSpPr>
          <p:spPr>
            <a:xfrm>
              <a:off x="1342417" y="2548647"/>
              <a:ext cx="1809345" cy="178988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98" name="Picture 2" descr="Documents symbol - Free interface icons">
              <a:extLst>
                <a:ext uri="{FF2B5EF4-FFF2-40B4-BE49-F238E27FC236}">
                  <a16:creationId xmlns:a16="http://schemas.microsoft.com/office/drawing/2014/main" id="{8B1A838E-9D51-4FC1-8D36-93F7751C62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1797" y="2928025"/>
              <a:ext cx="1001949" cy="10019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CCA68EA-6FEF-49BD-96A1-7FC1F3E421B6}"/>
                </a:ext>
              </a:extLst>
            </p:cNvPr>
            <p:cNvSpPr/>
            <p:nvPr/>
          </p:nvSpPr>
          <p:spPr>
            <a:xfrm>
              <a:off x="1035998" y="3871609"/>
              <a:ext cx="710119" cy="48638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</a:rPr>
                <a:t>IEEE paper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BFBE73B-F5D0-4C3A-8274-D46BAD49EF5A}"/>
                </a:ext>
              </a:extLst>
            </p:cNvPr>
            <p:cNvSpPr/>
            <p:nvPr/>
          </p:nvSpPr>
          <p:spPr>
            <a:xfrm>
              <a:off x="1767193" y="2302540"/>
              <a:ext cx="956553" cy="48638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</a:rPr>
                <a:t>Standard PDF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F3D8828-68C0-44FF-BD52-C3039FC285BC}"/>
                </a:ext>
              </a:extLst>
            </p:cNvPr>
            <p:cNvSpPr/>
            <p:nvPr/>
          </p:nvSpPr>
          <p:spPr>
            <a:xfrm>
              <a:off x="2607015" y="3861881"/>
              <a:ext cx="758755" cy="48638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</a:rPr>
                <a:t>DOCX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95F3819-ACC0-4366-AB1E-9C7BE4B02745}"/>
              </a:ext>
            </a:extLst>
          </p:cNvPr>
          <p:cNvSpPr txBox="1"/>
          <p:nvPr/>
        </p:nvSpPr>
        <p:spPr>
          <a:xfrm>
            <a:off x="5616105" y="2502439"/>
            <a:ext cx="45557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A total of 102 queries were created covering 6 query types.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Distribution: 40 factual, 18 multi-chunk, 19 unanswerable, 10 cross-document, 9 entity-specific, 6 multi-hop.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Both vector-only and hybrid retrieval modes are evaluated on the same gold dataset.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96D9B273-2B36-45CC-8634-182EF4A84A49}"/>
              </a:ext>
            </a:extLst>
          </p:cNvPr>
          <p:cNvSpPr/>
          <p:nvPr/>
        </p:nvSpPr>
        <p:spPr>
          <a:xfrm flipH="1">
            <a:off x="5187073" y="2171168"/>
            <a:ext cx="1016" cy="297086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81133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08DD-DD85-64F2-EA54-C7DB18F2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A10DF3D7-98A0-53FA-ECA8-788E2D566E6B}"/>
              </a:ext>
            </a:extLst>
          </p:cNvPr>
          <p:cNvSpPr/>
          <p:nvPr/>
        </p:nvSpPr>
        <p:spPr>
          <a:xfrm>
            <a:off x="630121" y="718646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Evaluation Metrics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D9E1BA-1202-0D93-9EED-8D4A699588DE}"/>
              </a:ext>
            </a:extLst>
          </p:cNvPr>
          <p:cNvSpPr txBox="1"/>
          <p:nvPr/>
        </p:nvSpPr>
        <p:spPr>
          <a:xfrm>
            <a:off x="630121" y="121736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How system performance is measured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812BBF-45A6-2FE3-1E0D-777CCCA1CF28}"/>
              </a:ext>
            </a:extLst>
          </p:cNvPr>
          <p:cNvGrpSpPr/>
          <p:nvPr/>
        </p:nvGrpSpPr>
        <p:grpSpPr>
          <a:xfrm>
            <a:off x="748231" y="1702311"/>
            <a:ext cx="4977866" cy="869963"/>
            <a:chOff x="748230" y="1702311"/>
            <a:chExt cx="5040755" cy="869963"/>
          </a:xfrm>
        </p:grpSpPr>
        <p:sp>
          <p:nvSpPr>
            <p:cNvPr id="61" name="Shape 5">
              <a:extLst>
                <a:ext uri="{FF2B5EF4-FFF2-40B4-BE49-F238E27FC236}">
                  <a16:creationId xmlns:a16="http://schemas.microsoft.com/office/drawing/2014/main" id="{DEFE8B72-D39F-6719-0F25-221B76B04842}"/>
                </a:ext>
              </a:extLst>
            </p:cNvPr>
            <p:cNvSpPr/>
            <p:nvPr/>
          </p:nvSpPr>
          <p:spPr>
            <a:xfrm>
              <a:off x="748230" y="1702311"/>
              <a:ext cx="5040755" cy="869963"/>
            </a:xfrm>
            <a:prstGeom prst="roundRect">
              <a:avLst>
                <a:gd name="adj" fmla="val 2353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E13FC6A-51B6-7791-6A08-B9DD95213643}"/>
                </a:ext>
              </a:extLst>
            </p:cNvPr>
            <p:cNvSpPr txBox="1"/>
            <p:nvPr/>
          </p:nvSpPr>
          <p:spPr>
            <a:xfrm>
              <a:off x="811118" y="1779371"/>
              <a:ext cx="199422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tx2"/>
                  </a:solidFill>
                </a:rPr>
                <a:t>Recall@10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A806459-5B5D-9C5C-8139-CA8D3F7B18F6}"/>
                </a:ext>
              </a:extLst>
            </p:cNvPr>
            <p:cNvSpPr txBox="1"/>
            <p:nvPr/>
          </p:nvSpPr>
          <p:spPr>
            <a:xfrm>
              <a:off x="811117" y="2050827"/>
              <a:ext cx="49778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Measures whether correct source chunks appear in top-k retrieval results. Shows how well the system retrieves relevant evidence.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2585A43-F89B-1B72-F1E3-0A4919CF6593}"/>
              </a:ext>
            </a:extLst>
          </p:cNvPr>
          <p:cNvGrpSpPr/>
          <p:nvPr/>
        </p:nvGrpSpPr>
        <p:grpSpPr>
          <a:xfrm>
            <a:off x="6403015" y="1702311"/>
            <a:ext cx="5040755" cy="869963"/>
            <a:chOff x="748230" y="1681301"/>
            <a:chExt cx="5040755" cy="869963"/>
          </a:xfrm>
        </p:grpSpPr>
        <p:sp>
          <p:nvSpPr>
            <p:cNvPr id="4" name="Shape 5">
              <a:extLst>
                <a:ext uri="{FF2B5EF4-FFF2-40B4-BE49-F238E27FC236}">
                  <a16:creationId xmlns:a16="http://schemas.microsoft.com/office/drawing/2014/main" id="{58C9228F-389B-4AB8-644C-C2FFA6AA1C6D}"/>
                </a:ext>
              </a:extLst>
            </p:cNvPr>
            <p:cNvSpPr/>
            <p:nvPr/>
          </p:nvSpPr>
          <p:spPr>
            <a:xfrm>
              <a:off x="748230" y="1681301"/>
              <a:ext cx="4977867" cy="869963"/>
            </a:xfrm>
            <a:prstGeom prst="roundRect">
              <a:avLst>
                <a:gd name="adj" fmla="val 2353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CCADA8-752C-F722-5D59-4A3E96233BAE}"/>
                </a:ext>
              </a:extLst>
            </p:cNvPr>
            <p:cNvSpPr txBox="1"/>
            <p:nvPr/>
          </p:nvSpPr>
          <p:spPr>
            <a:xfrm>
              <a:off x="811118" y="1779371"/>
              <a:ext cx="286452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tx2"/>
                  </a:solidFill>
                </a:rPr>
                <a:t>Abstention Accuracy</a:t>
              </a:r>
              <a:endParaRPr lang="en-U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3E8484-5FF4-D190-AA81-6AE7A835EF23}"/>
                </a:ext>
              </a:extLst>
            </p:cNvPr>
            <p:cNvSpPr txBox="1"/>
            <p:nvPr/>
          </p:nvSpPr>
          <p:spPr>
            <a:xfrm>
              <a:off x="811118" y="2068008"/>
              <a:ext cx="49778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Measures correct refusal for unanswerable queries.</a:t>
              </a:r>
              <a:br>
                <a:rPr lang="en-US" sz="1200" dirty="0"/>
              </a:br>
              <a:r>
                <a:rPr lang="en-US" sz="1200" dirty="0"/>
                <a:t>Shows how well the system avoids guessing without evidence.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E943417-366B-CEEC-8D82-16524572B16F}"/>
              </a:ext>
            </a:extLst>
          </p:cNvPr>
          <p:cNvGrpSpPr/>
          <p:nvPr/>
        </p:nvGrpSpPr>
        <p:grpSpPr>
          <a:xfrm>
            <a:off x="748230" y="2735508"/>
            <a:ext cx="5040754" cy="867484"/>
            <a:chOff x="748230" y="1702312"/>
            <a:chExt cx="5040754" cy="867484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48ED7A20-1CE1-76C5-0F4C-21596499DBBB}"/>
                </a:ext>
              </a:extLst>
            </p:cNvPr>
            <p:cNvSpPr/>
            <p:nvPr/>
          </p:nvSpPr>
          <p:spPr>
            <a:xfrm>
              <a:off x="748230" y="1702312"/>
              <a:ext cx="4977867" cy="867484"/>
            </a:xfrm>
            <a:prstGeom prst="roundRect">
              <a:avLst>
                <a:gd name="adj" fmla="val 2353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F043B8-AC1E-9B7C-6308-DD1041FE6C80}"/>
                </a:ext>
              </a:extLst>
            </p:cNvPr>
            <p:cNvSpPr txBox="1"/>
            <p:nvPr/>
          </p:nvSpPr>
          <p:spPr>
            <a:xfrm>
              <a:off x="811118" y="1779371"/>
              <a:ext cx="199422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tx2"/>
                  </a:solidFill>
                </a:rPr>
                <a:t>Citation Precision</a:t>
              </a:r>
              <a:endParaRPr lang="en-U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21BA3F-89DC-CF24-7B74-9FFC2BC36D5C}"/>
                </a:ext>
              </a:extLst>
            </p:cNvPr>
            <p:cNvSpPr txBox="1"/>
            <p:nvPr/>
          </p:nvSpPr>
          <p:spPr>
            <a:xfrm>
              <a:off x="811117" y="2031335"/>
              <a:ext cx="49778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Measures how many cited sources are actually relevant to the query. Shows whether the model grounds answers on correct evidence.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DAC5D63-2313-1BB5-766D-21061DE40844}"/>
              </a:ext>
            </a:extLst>
          </p:cNvPr>
          <p:cNvGrpSpPr/>
          <p:nvPr/>
        </p:nvGrpSpPr>
        <p:grpSpPr>
          <a:xfrm>
            <a:off x="6403015" y="2736709"/>
            <a:ext cx="5040754" cy="866281"/>
            <a:chOff x="748230" y="1702311"/>
            <a:chExt cx="5040754" cy="866281"/>
          </a:xfrm>
        </p:grpSpPr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F2CC5CE4-F16C-3973-E02C-4C0636018698}"/>
                </a:ext>
              </a:extLst>
            </p:cNvPr>
            <p:cNvSpPr/>
            <p:nvPr/>
          </p:nvSpPr>
          <p:spPr>
            <a:xfrm>
              <a:off x="748230" y="1702311"/>
              <a:ext cx="4977867" cy="866281"/>
            </a:xfrm>
            <a:prstGeom prst="roundRect">
              <a:avLst>
                <a:gd name="adj" fmla="val 2353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62E14B-D091-3663-F120-8A06851B315E}"/>
                </a:ext>
              </a:extLst>
            </p:cNvPr>
            <p:cNvSpPr txBox="1"/>
            <p:nvPr/>
          </p:nvSpPr>
          <p:spPr>
            <a:xfrm>
              <a:off x="811118" y="1779371"/>
              <a:ext cx="199422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tx2"/>
                  </a:solidFill>
                </a:rPr>
                <a:t>Answer F1</a:t>
              </a:r>
              <a:endParaRPr lang="en-U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5E48D8F-7E8E-9E59-5435-28D8DB26C2D4}"/>
                </a:ext>
              </a:extLst>
            </p:cNvPr>
            <p:cNvSpPr txBox="1"/>
            <p:nvPr/>
          </p:nvSpPr>
          <p:spPr>
            <a:xfrm>
              <a:off x="811117" y="2006039"/>
              <a:ext cx="49778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Measures overlap between generated answer and reference answer. Shows overall end-to-end answer quality.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494E42-461E-0E51-2D8F-F548CF4D3F10}"/>
              </a:ext>
            </a:extLst>
          </p:cNvPr>
          <p:cNvGrpSpPr/>
          <p:nvPr/>
        </p:nvGrpSpPr>
        <p:grpSpPr>
          <a:xfrm>
            <a:off x="748229" y="3764011"/>
            <a:ext cx="5040755" cy="827362"/>
            <a:chOff x="748230" y="1702312"/>
            <a:chExt cx="5040755" cy="827362"/>
          </a:xfrm>
        </p:grpSpPr>
        <p:sp>
          <p:nvSpPr>
            <p:cNvPr id="22" name="Shape 5">
              <a:extLst>
                <a:ext uri="{FF2B5EF4-FFF2-40B4-BE49-F238E27FC236}">
                  <a16:creationId xmlns:a16="http://schemas.microsoft.com/office/drawing/2014/main" id="{0369E101-6AB5-D345-4105-E783341AC0AA}"/>
                </a:ext>
              </a:extLst>
            </p:cNvPr>
            <p:cNvSpPr/>
            <p:nvPr/>
          </p:nvSpPr>
          <p:spPr>
            <a:xfrm>
              <a:off x="748230" y="1702312"/>
              <a:ext cx="4977867" cy="827362"/>
            </a:xfrm>
            <a:prstGeom prst="roundRect">
              <a:avLst>
                <a:gd name="adj" fmla="val 2353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954DC98-46ED-CF79-9C8C-D3335C38C646}"/>
                </a:ext>
              </a:extLst>
            </p:cNvPr>
            <p:cNvSpPr txBox="1"/>
            <p:nvPr/>
          </p:nvSpPr>
          <p:spPr>
            <a:xfrm>
              <a:off x="811118" y="1779371"/>
              <a:ext cx="28553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tx2"/>
                  </a:solidFill>
                </a:rPr>
                <a:t>Unsupported Claim Rate</a:t>
              </a:r>
              <a:endParaRPr lang="en-U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150C7A7-0299-E002-AD04-EC5D59E9249B}"/>
                </a:ext>
              </a:extLst>
            </p:cNvPr>
            <p:cNvSpPr txBox="1"/>
            <p:nvPr/>
          </p:nvSpPr>
          <p:spPr>
            <a:xfrm>
              <a:off x="811118" y="2028276"/>
              <a:ext cx="49778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Measures fraction of generated claims not supported by evidence. Directly indicates the level of hallucination in responses.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E34B7B1-626D-0429-968F-75BA7BFB77D5}"/>
              </a:ext>
            </a:extLst>
          </p:cNvPr>
          <p:cNvGrpSpPr/>
          <p:nvPr/>
        </p:nvGrpSpPr>
        <p:grpSpPr>
          <a:xfrm>
            <a:off x="6403015" y="3768626"/>
            <a:ext cx="5040754" cy="822747"/>
            <a:chOff x="748230" y="1702311"/>
            <a:chExt cx="5040754" cy="822747"/>
          </a:xfrm>
        </p:grpSpPr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1D9AB2B9-D68F-8067-82E6-B712381D4AC9}"/>
                </a:ext>
              </a:extLst>
            </p:cNvPr>
            <p:cNvSpPr/>
            <p:nvPr/>
          </p:nvSpPr>
          <p:spPr>
            <a:xfrm>
              <a:off x="748230" y="1702311"/>
              <a:ext cx="4977867" cy="822747"/>
            </a:xfrm>
            <a:prstGeom prst="roundRect">
              <a:avLst>
                <a:gd name="adj" fmla="val 2353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22CA8AA-A987-2560-1A86-0E03F6AD2542}"/>
                </a:ext>
              </a:extLst>
            </p:cNvPr>
            <p:cNvSpPr txBox="1"/>
            <p:nvPr/>
          </p:nvSpPr>
          <p:spPr>
            <a:xfrm>
              <a:off x="811117" y="1779371"/>
              <a:ext cx="316155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tx2"/>
                  </a:solidFill>
                </a:rPr>
                <a:t>Graph Contribution Rate</a:t>
              </a:r>
              <a:endParaRPr lang="en-U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3722C0E-E93F-FC0D-C7C8-A235933D08C3}"/>
                </a:ext>
              </a:extLst>
            </p:cNvPr>
            <p:cNvSpPr txBox="1"/>
            <p:nvPr/>
          </p:nvSpPr>
          <p:spPr>
            <a:xfrm>
              <a:off x="811117" y="2023660"/>
              <a:ext cx="49778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Measures how much final context comes from graph retrieval. Shows the added value of the knowledge graph.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5CC2DB-0E72-8BE2-4BCA-353484453625}"/>
              </a:ext>
            </a:extLst>
          </p:cNvPr>
          <p:cNvGrpSpPr/>
          <p:nvPr/>
        </p:nvGrpSpPr>
        <p:grpSpPr>
          <a:xfrm>
            <a:off x="748229" y="4721510"/>
            <a:ext cx="5040755" cy="827362"/>
            <a:chOff x="748230" y="1702312"/>
            <a:chExt cx="5040755" cy="827362"/>
          </a:xfrm>
        </p:grpSpPr>
        <p:sp>
          <p:nvSpPr>
            <p:cNvPr id="31" name="Shape 5">
              <a:extLst>
                <a:ext uri="{FF2B5EF4-FFF2-40B4-BE49-F238E27FC236}">
                  <a16:creationId xmlns:a16="http://schemas.microsoft.com/office/drawing/2014/main" id="{3F88A43C-D9FD-91A5-D915-61CEEFB05AAA}"/>
                </a:ext>
              </a:extLst>
            </p:cNvPr>
            <p:cNvSpPr/>
            <p:nvPr/>
          </p:nvSpPr>
          <p:spPr>
            <a:xfrm>
              <a:off x="748230" y="1702312"/>
              <a:ext cx="4977867" cy="827362"/>
            </a:xfrm>
            <a:prstGeom prst="roundRect">
              <a:avLst>
                <a:gd name="adj" fmla="val 2353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2CA4A79-083C-3AF6-B70D-84A25DDA2C74}"/>
                </a:ext>
              </a:extLst>
            </p:cNvPr>
            <p:cNvSpPr txBox="1"/>
            <p:nvPr/>
          </p:nvSpPr>
          <p:spPr>
            <a:xfrm>
              <a:off x="811118" y="1779371"/>
              <a:ext cx="28553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solidFill>
                    <a:schemeClr val="tx2"/>
                  </a:solidFill>
                </a:rPr>
                <a:t>Multihop</a:t>
              </a:r>
              <a:r>
                <a:rPr lang="en-US" sz="1400" b="1" dirty="0">
                  <a:solidFill>
                    <a:schemeClr val="tx2"/>
                  </a:solidFill>
                </a:rPr>
                <a:t> Recall@10</a:t>
              </a:r>
              <a:endParaRPr lang="en-U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2582CE4-6370-A5CB-89E3-1D6DBB95F103}"/>
                </a:ext>
              </a:extLst>
            </p:cNvPr>
            <p:cNvSpPr txBox="1"/>
            <p:nvPr/>
          </p:nvSpPr>
          <p:spPr>
            <a:xfrm>
              <a:off x="811118" y="2028276"/>
              <a:ext cx="49778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Measures retrieval success for multi-hop queries.</a:t>
              </a:r>
              <a:br>
                <a:rPr lang="en-US" sz="1200" dirty="0"/>
              </a:br>
              <a:r>
                <a:rPr lang="en-US" sz="1200" dirty="0"/>
                <a:t>Shows ability to capture distributed evidence across documents.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2661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630121" y="1002735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A5400-D019-41F5-A51D-12DCC79CC1AB}"/>
              </a:ext>
            </a:extLst>
          </p:cNvPr>
          <p:cNvSpPr txBox="1"/>
          <p:nvPr/>
        </p:nvSpPr>
        <p:spPr>
          <a:xfrm>
            <a:off x="630121" y="159026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Vector vs hybrid performance across evaluation metrics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391A88F-11D0-4B40-B25F-D8DB7E2C0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432819"/>
              </p:ext>
            </p:extLst>
          </p:nvPr>
        </p:nvGraphicFramePr>
        <p:xfrm>
          <a:off x="2558374" y="2271238"/>
          <a:ext cx="6698034" cy="2719504"/>
        </p:xfrm>
        <a:graphic>
          <a:graphicData uri="http://schemas.openxmlformats.org/drawingml/2006/table">
            <a:tbl>
              <a:tblPr firstRow="1" bandRow="1">
                <a:effectLst>
                  <a:reflection stA="45000" endPos="2000" dist="50800" dir="5400000" sy="-100000" algn="bl" rotWithShape="0"/>
                </a:effectLst>
                <a:tableStyleId>{5C22544A-7EE6-4342-B048-85BDC9FD1C3A}</a:tableStyleId>
              </a:tblPr>
              <a:tblGrid>
                <a:gridCol w="2996119">
                  <a:extLst>
                    <a:ext uri="{9D8B030D-6E8A-4147-A177-3AD203B41FA5}">
                      <a16:colId xmlns:a16="http://schemas.microsoft.com/office/drawing/2014/main" val="22809847"/>
                    </a:ext>
                  </a:extLst>
                </a:gridCol>
                <a:gridCol w="1857983">
                  <a:extLst>
                    <a:ext uri="{9D8B030D-6E8A-4147-A177-3AD203B41FA5}">
                      <a16:colId xmlns:a16="http://schemas.microsoft.com/office/drawing/2014/main" val="689987581"/>
                    </a:ext>
                  </a:extLst>
                </a:gridCol>
                <a:gridCol w="1843932">
                  <a:extLst>
                    <a:ext uri="{9D8B030D-6E8A-4147-A177-3AD203B41FA5}">
                      <a16:colId xmlns:a16="http://schemas.microsoft.com/office/drawing/2014/main" val="2711028435"/>
                    </a:ext>
                  </a:extLst>
                </a:gridCol>
              </a:tblGrid>
              <a:tr h="31660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Metric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Vector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Hybrid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279206"/>
                  </a:ext>
                </a:extLst>
              </a:tr>
              <a:tr h="3166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Recall@10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95.3%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95.8%</a:t>
                      </a:r>
                    </a:p>
                  </a:txBody>
                  <a:tcPr>
                    <a:solidFill>
                      <a:srgbClr val="DAF8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19643"/>
                  </a:ext>
                </a:extLst>
              </a:tr>
              <a:tr h="3166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Citation Precision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74.0%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74.6%</a:t>
                      </a:r>
                    </a:p>
                  </a:txBody>
                  <a:tcPr>
                    <a:solidFill>
                      <a:srgbClr val="DAF8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32250"/>
                  </a:ext>
                </a:extLst>
              </a:tr>
              <a:tr h="35619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Abstention Accuracy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87.3%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88.5%</a:t>
                      </a:r>
                    </a:p>
                  </a:txBody>
                  <a:tcPr>
                    <a:solidFill>
                      <a:srgbClr val="DAF8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343370"/>
                  </a:ext>
                </a:extLst>
              </a:tr>
              <a:tr h="3722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Unsupported Claim Rate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12.7%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12.7%</a:t>
                      </a:r>
                    </a:p>
                  </a:txBody>
                  <a:tcPr>
                    <a:solidFill>
                      <a:srgbClr val="DAF8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039186"/>
                  </a:ext>
                </a:extLst>
              </a:tr>
              <a:tr h="3166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Answer F1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48.8%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49.0%</a:t>
                      </a:r>
                    </a:p>
                  </a:txBody>
                  <a:tcPr>
                    <a:solidFill>
                      <a:srgbClr val="DAF8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157239"/>
                  </a:ext>
                </a:extLst>
              </a:tr>
              <a:tr h="3377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Graph Contribution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N/A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31.4%</a:t>
                      </a:r>
                    </a:p>
                  </a:txBody>
                  <a:tcPr>
                    <a:solidFill>
                      <a:srgbClr val="DAF8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143694"/>
                  </a:ext>
                </a:extLst>
              </a:tr>
              <a:tr h="3377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Multihop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Recall@10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74.1%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74.9%</a:t>
                      </a:r>
                      <a:endParaRPr lang="en-US" sz="1400" dirty="0"/>
                    </a:p>
                  </a:txBody>
                  <a:tcPr>
                    <a:solidFill>
                      <a:srgbClr val="DAF8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990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690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BFE688-EED2-4130-8BCD-C040C81C4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01" y="1585307"/>
            <a:ext cx="8790915" cy="3898213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371597" y="646119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Comparison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A5400-D019-41F5-A51D-12DCC79CC1AB}"/>
              </a:ext>
            </a:extLst>
          </p:cNvPr>
          <p:cNvSpPr txBox="1"/>
          <p:nvPr/>
        </p:nvSpPr>
        <p:spPr>
          <a:xfrm>
            <a:off x="404255" y="119216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Vector vs hybrid performance across evaluation metrics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D27644-F87F-44D6-ADF3-FC4BB1693783}"/>
              </a:ext>
            </a:extLst>
          </p:cNvPr>
          <p:cNvSpPr txBox="1"/>
          <p:nvPr/>
        </p:nvSpPr>
        <p:spPr>
          <a:xfrm>
            <a:off x="9316017" y="1530877"/>
            <a:ext cx="28759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tx2"/>
                </a:solidFill>
              </a:rPr>
              <a:t>Hybrid retrieval outperforms vector-only across 5 of 6 comparable metrics: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2"/>
                </a:solidFill>
              </a:rPr>
              <a:t>Recall@10 (95.8%),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2"/>
                </a:solidFill>
              </a:rPr>
              <a:t>Citation Precision (74.6%),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2"/>
                </a:solidFill>
              </a:rPr>
              <a:t>Abstention Accuracy (88.5%),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2"/>
                </a:solidFill>
              </a:rPr>
              <a:t>Answer F1 (49.0%),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 err="1">
                <a:solidFill>
                  <a:schemeClr val="tx2"/>
                </a:solidFill>
              </a:rPr>
              <a:t>Multihop</a:t>
            </a:r>
            <a:r>
              <a:rPr lang="en-US" sz="1200" b="1" dirty="0">
                <a:solidFill>
                  <a:schemeClr val="tx2"/>
                </a:solidFill>
              </a:rPr>
              <a:t> Recall@10 (74.9%).</a:t>
            </a:r>
          </a:p>
          <a:p>
            <a:endParaRPr lang="en-US" sz="1200" b="1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/>
              <a:t>Graph Contribution Rate of 31.4% confirms the knowledge graph layer actively supplements vector retrieval in nearly one-third of all queries - not redundant, additive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/>
              <a:t>Unsupported Claim Rate remains unchanged at 12.7% across both modes </a:t>
            </a:r>
            <a:r>
              <a:rPr lang="en-US" sz="12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9697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88A010-E3E5-47E8-85BC-D75BBA10EDD9}"/>
              </a:ext>
            </a:extLst>
          </p:cNvPr>
          <p:cNvSpPr/>
          <p:nvPr/>
        </p:nvSpPr>
        <p:spPr>
          <a:xfrm>
            <a:off x="3929974" y="2402732"/>
            <a:ext cx="4461652" cy="1322962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80EF0FF-013D-4C7A-97CC-352FC0AED6C2}"/>
              </a:ext>
            </a:extLst>
          </p:cNvPr>
          <p:cNvSpPr/>
          <p:nvPr/>
        </p:nvSpPr>
        <p:spPr>
          <a:xfrm>
            <a:off x="4150632" y="2159954"/>
            <a:ext cx="3715433" cy="17638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</a:t>
            </a:r>
            <a:endParaRPr lang="en-US" sz="80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1AB9B-E683-4FF6-BBBA-997925C82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590" y="2159954"/>
            <a:ext cx="1823659" cy="176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40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character holding a white sign&#10;&#10;AI-generated content may be incorrect.">
            <a:extLst>
              <a:ext uri="{FF2B5EF4-FFF2-40B4-BE49-F238E27FC236}">
                <a16:creationId xmlns:a16="http://schemas.microsoft.com/office/drawing/2014/main" id="{E78FB104-EB32-03F3-AA6E-AE17D8753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1" t="5279" r="3857" b="11473"/>
          <a:stretch>
            <a:fillRect/>
          </a:stretch>
        </p:blipFill>
        <p:spPr>
          <a:xfrm>
            <a:off x="1994722" y="1077049"/>
            <a:ext cx="8061500" cy="4367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008D59-3750-9B43-6C45-B6DEA17D1357}"/>
              </a:ext>
            </a:extLst>
          </p:cNvPr>
          <p:cNvSpPr txBox="1"/>
          <p:nvPr/>
        </p:nvSpPr>
        <p:spPr>
          <a:xfrm>
            <a:off x="2247976" y="2383648"/>
            <a:ext cx="54917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retrieval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multi-hop performance and reduces missing evidence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retrieval strategies” signals increases retrieval completeness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and abstention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effectively reduce hallucination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outperforms vector-only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key evaluation metrics</a:t>
            </a: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DC3A67D7-8F76-ADE6-5835-9ABCFD16E5B9}"/>
              </a:ext>
            </a:extLst>
          </p:cNvPr>
          <p:cNvSpPr/>
          <p:nvPr/>
        </p:nvSpPr>
        <p:spPr>
          <a:xfrm>
            <a:off x="672648" y="720433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32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B8112-3B90-10CD-5A6A-EE7D8ADC1A6B}"/>
              </a:ext>
            </a:extLst>
          </p:cNvPr>
          <p:cNvSpPr txBox="1"/>
          <p:nvPr/>
        </p:nvSpPr>
        <p:spPr>
          <a:xfrm>
            <a:off x="729342" y="127363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Key findings on improving grounded RAG reliability</a:t>
            </a:r>
          </a:p>
        </p:txBody>
      </p:sp>
    </p:spTree>
    <p:extLst>
      <p:ext uri="{BB962C8B-B14F-4D97-AF65-F5344CB8AC3E}">
        <p14:creationId xmlns:p14="http://schemas.microsoft.com/office/powerpoint/2010/main" val="41565893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airplan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33603" y="821336"/>
            <a:ext cx="9326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32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33603" y="1403729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5B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owned Domain based production grade with AI Models for training</a:t>
            </a:r>
            <a:endParaRPr lang="en-US" sz="1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003ADBE-CBBB-45C7-9DF0-0F371915B602}"/>
              </a:ext>
            </a:extLst>
          </p:cNvPr>
          <p:cNvGrpSpPr/>
          <p:nvPr/>
        </p:nvGrpSpPr>
        <p:grpSpPr>
          <a:xfrm>
            <a:off x="1243723" y="2512387"/>
            <a:ext cx="9912096" cy="1833226"/>
            <a:chOff x="1195084" y="1873013"/>
            <a:chExt cx="9912096" cy="1833226"/>
          </a:xfrm>
        </p:grpSpPr>
        <p:sp>
          <p:nvSpPr>
            <p:cNvPr id="7" name="Shape 5"/>
            <p:cNvSpPr/>
            <p:nvPr/>
          </p:nvSpPr>
          <p:spPr>
            <a:xfrm>
              <a:off x="1195084" y="1873013"/>
              <a:ext cx="3108960" cy="1833225"/>
            </a:xfrm>
            <a:prstGeom prst="roundRect">
              <a:avLst>
                <a:gd name="adj" fmla="val 2353"/>
              </a:avLst>
            </a:prstGeom>
            <a:solidFill>
              <a:srgbClr val="EAF1FF"/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1377964" y="2606745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2355B"/>
                  </a:solidFill>
                </a:rPr>
                <a:t>Extend graph retrieval with multi-hop traversal.</a:t>
              </a:r>
              <a:endParaRPr lang="en-US" sz="2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596652" y="1873014"/>
              <a:ext cx="3108960" cy="1833224"/>
            </a:xfrm>
            <a:prstGeom prst="roundRect">
              <a:avLst>
                <a:gd name="adj" fmla="val 2353"/>
              </a:avLst>
            </a:prstGeom>
            <a:solidFill>
              <a:srgbClr val="E9FBF6"/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4724400" y="2606745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000" b="1" dirty="0">
                  <a:solidFill>
                    <a:srgbClr val="002060"/>
                  </a:solidFill>
                </a:rPr>
                <a:t>Improve query understanding using rewriting techniques.</a:t>
              </a:r>
            </a:p>
          </p:txBody>
        </p:sp>
        <p:sp>
          <p:nvSpPr>
            <p:cNvPr id="13" name="Shape 11"/>
            <p:cNvSpPr/>
            <p:nvPr/>
          </p:nvSpPr>
          <p:spPr>
            <a:xfrm>
              <a:off x="7998220" y="1873015"/>
              <a:ext cx="3108960" cy="1833224"/>
            </a:xfrm>
            <a:prstGeom prst="roundRect">
              <a:avLst>
                <a:gd name="adj" fmla="val 2353"/>
              </a:avLst>
            </a:prstGeom>
            <a:solidFill>
              <a:srgbClr val="FFF6E5"/>
            </a:solidFill>
            <a:ln w="12700">
              <a:solidFill>
                <a:srgbClr val="C9D5E5"/>
              </a:solidFill>
              <a:prstDash val="solid"/>
            </a:ln>
            <a:effectLst>
              <a:outerShdw blurRad="19050" dist="1524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8181100" y="2606745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000" b="1" dirty="0">
                  <a:solidFill>
                    <a:srgbClr val="002060"/>
                  </a:solidFill>
                </a:rPr>
                <a:t>Replace API-based graph extraction with local models.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3548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29B7-D696-D917-A0AF-64D2B9659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7632" y="1909153"/>
            <a:ext cx="4301773" cy="1519847"/>
          </a:xfrm>
        </p:spPr>
        <p:txBody>
          <a:bodyPr>
            <a:normAutofit fontScale="90000"/>
          </a:bodyPr>
          <a:lstStyle/>
          <a:p>
            <a:r>
              <a:rPr lang="en-US" sz="11500" dirty="0"/>
              <a:t>Thank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47C2CD-B002-475D-B61B-A7731E271F7C}"/>
              </a:ext>
            </a:extLst>
          </p:cNvPr>
          <p:cNvSpPr txBox="1">
            <a:spLocks/>
          </p:cNvSpPr>
          <p:nvPr/>
        </p:nvSpPr>
        <p:spPr>
          <a:xfrm>
            <a:off x="5069610" y="3306852"/>
            <a:ext cx="4301773" cy="1519847"/>
          </a:xfrm>
          <a:prstGeom prst="rect">
            <a:avLst/>
          </a:prstGeom>
        </p:spPr>
        <p:txBody>
          <a:bodyPr anchor="t" anchorCtr="0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dirty="0"/>
              <a:t>You…</a:t>
            </a:r>
          </a:p>
        </p:txBody>
      </p:sp>
    </p:spTree>
    <p:extLst>
      <p:ext uri="{BB962C8B-B14F-4D97-AF65-F5344CB8AC3E}">
        <p14:creationId xmlns:p14="http://schemas.microsoft.com/office/powerpoint/2010/main" val="134162208"/>
      </p:ext>
    </p:extLst>
  </p:cSld>
  <p:clrMapOvr>
    <a:masterClrMapping/>
  </p:clrMapOvr>
</p:sld>
</file>

<file path=ppt/theme/theme1.xml><?xml version="1.0" encoding="utf-8"?>
<a:theme xmlns:a="http://schemas.openxmlformats.org/drawingml/2006/main" name="RIT theme">
  <a:themeElements>
    <a:clrScheme name="RIT Colo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76904"/>
      </a:accent1>
      <a:accent2>
        <a:srgbClr val="F6BE00"/>
      </a:accent2>
      <a:accent3>
        <a:srgbClr val="C3D500"/>
      </a:accent3>
      <a:accent4>
        <a:srgbClr val="009BBD"/>
      </a:accent4>
      <a:accent5>
        <a:srgbClr val="DA291B"/>
      </a:accent5>
      <a:accent6>
        <a:srgbClr val="7D54C7"/>
      </a:accent6>
      <a:hlink>
        <a:srgbClr val="F76904"/>
      </a:hlink>
      <a:folHlink>
        <a:srgbClr val="71747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>
        <a:defPPr marL="228600" indent="-228600" algn="l">
          <a:buClr>
            <a:srgbClr val="F86901"/>
          </a:buClr>
          <a:buSzPct val="125000"/>
          <a:buFont typeface="Wingdings" pitchFamily="2" charset="2"/>
          <a:buChar char="§"/>
          <a:defRPr sz="2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ACDC52FC-BA56-A646-9E9D-6D3DA5EFD5E8}" vid="{A4C5BD70-BDC8-8B48-8B33-719FAC62EC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Board Presentation Template 2.1</Template>
  <TotalTime>321</TotalTime>
  <Words>1631</Words>
  <Application>Microsoft Office PowerPoint</Application>
  <PresentationFormat>Widescreen</PresentationFormat>
  <Paragraphs>238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MS Gothic</vt:lpstr>
      <vt:lpstr>Aptos</vt:lpstr>
      <vt:lpstr>Aptos Display</vt:lpstr>
      <vt:lpstr>Arial</vt:lpstr>
      <vt:lpstr>Cambria Math</vt:lpstr>
      <vt:lpstr>Georgia</vt:lpstr>
      <vt:lpstr>System Font Regular</vt:lpstr>
      <vt:lpstr>Times New Roman</vt:lpstr>
      <vt:lpstr>Wingdings</vt:lpstr>
      <vt:lpstr>RIT theme</vt:lpstr>
      <vt:lpstr>Reducing Hallucination  in RAG Using Hybrid  Vector–Graph Retrieval  with Evidence Grounding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Reducing Hallucination in Retrieval-Augmented Generation Using Hybrid Vector–Graph Retrieval with Evidence Grounding</dc:title>
  <dc:creator>Mike Redmond</dc:creator>
  <cp:lastModifiedBy>VETRIVEL MAHESWARAN</cp:lastModifiedBy>
  <cp:revision>87</cp:revision>
  <dcterms:created xsi:type="dcterms:W3CDTF">2025-12-03T14:11:00Z</dcterms:created>
  <dcterms:modified xsi:type="dcterms:W3CDTF">2026-04-21T01:05:03Z</dcterms:modified>
</cp:coreProperties>
</file>